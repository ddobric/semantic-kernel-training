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5447" r:id="rId4"/>
    <p:sldMasterId id="2147485551" r:id="rId5"/>
  </p:sldMasterIdLst>
  <p:notesMasterIdLst>
    <p:notesMasterId r:id="rId58"/>
  </p:notesMasterIdLst>
  <p:handoutMasterIdLst>
    <p:handoutMasterId r:id="rId59"/>
  </p:handoutMasterIdLst>
  <p:sldIdLst>
    <p:sldId id="257" r:id="rId6"/>
    <p:sldId id="260" r:id="rId7"/>
    <p:sldId id="305" r:id="rId8"/>
    <p:sldId id="308" r:id="rId9"/>
    <p:sldId id="261" r:id="rId10"/>
    <p:sldId id="262" r:id="rId11"/>
    <p:sldId id="265" r:id="rId12"/>
    <p:sldId id="306" r:id="rId13"/>
    <p:sldId id="264" r:id="rId14"/>
    <p:sldId id="263" r:id="rId15"/>
    <p:sldId id="266" r:id="rId16"/>
    <p:sldId id="268" r:id="rId17"/>
    <p:sldId id="267" r:id="rId18"/>
    <p:sldId id="270" r:id="rId19"/>
    <p:sldId id="269" r:id="rId20"/>
    <p:sldId id="272" r:id="rId21"/>
    <p:sldId id="273" r:id="rId22"/>
    <p:sldId id="271" r:id="rId23"/>
    <p:sldId id="274" r:id="rId24"/>
    <p:sldId id="275" r:id="rId25"/>
    <p:sldId id="276" r:id="rId26"/>
    <p:sldId id="277" r:id="rId27"/>
    <p:sldId id="279" r:id="rId28"/>
    <p:sldId id="278" r:id="rId29"/>
    <p:sldId id="280" r:id="rId30"/>
    <p:sldId id="281" r:id="rId31"/>
    <p:sldId id="282" r:id="rId32"/>
    <p:sldId id="284" r:id="rId33"/>
    <p:sldId id="285" r:id="rId34"/>
    <p:sldId id="283" r:id="rId35"/>
    <p:sldId id="286" r:id="rId36"/>
    <p:sldId id="287" r:id="rId37"/>
    <p:sldId id="289" r:id="rId38"/>
    <p:sldId id="291" r:id="rId39"/>
    <p:sldId id="290" r:id="rId40"/>
    <p:sldId id="288" r:id="rId41"/>
    <p:sldId id="292" r:id="rId42"/>
    <p:sldId id="294" r:id="rId43"/>
    <p:sldId id="295" r:id="rId44"/>
    <p:sldId id="296" r:id="rId45"/>
    <p:sldId id="297" r:id="rId46"/>
    <p:sldId id="293" r:id="rId47"/>
    <p:sldId id="299" r:id="rId48"/>
    <p:sldId id="298" r:id="rId49"/>
    <p:sldId id="307" r:id="rId50"/>
    <p:sldId id="300" r:id="rId51"/>
    <p:sldId id="301" r:id="rId52"/>
    <p:sldId id="302" r:id="rId53"/>
    <p:sldId id="303" r:id="rId54"/>
    <p:sldId id="304" r:id="rId55"/>
    <p:sldId id="258" r:id="rId56"/>
    <p:sldId id="259" r:id="rId57"/>
  </p:sldIdLst>
  <p:sldSz cx="12192000" cy="6858000"/>
  <p:notesSz cx="6858000" cy="9144000"/>
  <p:defaultTex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F50B4B5A-9A9D-4FD7-93BF-CECD3706A649}">
          <p14:sldIdLst>
            <p14:sldId id="257"/>
            <p14:sldId id="260"/>
            <p14:sldId id="305"/>
            <p14:sldId id="308"/>
            <p14:sldId id="261"/>
          </p14:sldIdLst>
        </p14:section>
        <p14:section name="TOKENS" id="{3ADE79B7-F4DF-4C83-9962-38D211D9F2D5}">
          <p14:sldIdLst>
            <p14:sldId id="262"/>
            <p14:sldId id="265"/>
            <p14:sldId id="306"/>
          </p14:sldIdLst>
        </p14:section>
        <p14:section name="EMBEDDINGS" id="{69C128CC-D70F-440B-A569-AB8321DC477D}">
          <p14:sldIdLst>
            <p14:sldId id="264"/>
            <p14:sldId id="263"/>
            <p14:sldId id="266"/>
            <p14:sldId id="268"/>
            <p14:sldId id="267"/>
            <p14:sldId id="270"/>
            <p14:sldId id="269"/>
          </p14:sldIdLst>
        </p14:section>
        <p14:section name="Vector Databases" id="{69D84105-0773-41C4-BAE2-594B8FE04D7F}">
          <p14:sldIdLst>
            <p14:sldId id="272"/>
            <p14:sldId id="273"/>
            <p14:sldId id="271"/>
            <p14:sldId id="274"/>
            <p14:sldId id="275"/>
            <p14:sldId id="276"/>
            <p14:sldId id="277"/>
            <p14:sldId id="279"/>
            <p14:sldId id="278"/>
          </p14:sldIdLst>
        </p14:section>
        <p14:section name="COMPLETIONS" id="{BD664E15-1FA8-439C-A199-522FF9668C39}">
          <p14:sldIdLst>
            <p14:sldId id="280"/>
            <p14:sldId id="281"/>
            <p14:sldId id="282"/>
            <p14:sldId id="284"/>
          </p14:sldIdLst>
        </p14:section>
        <p14:section name="RAG" id="{E44F3A37-3003-4361-9777-BDBC1D06F7CA}">
          <p14:sldIdLst>
            <p14:sldId id="285"/>
            <p14:sldId id="283"/>
            <p14:sldId id="286"/>
            <p14:sldId id="287"/>
            <p14:sldId id="289"/>
            <p14:sldId id="291"/>
          </p14:sldIdLst>
        </p14:section>
        <p14:section name="AGENTS" id="{4AB66A61-099C-4F61-87BF-62D7AF764DEF}">
          <p14:sldIdLst>
            <p14:sldId id="290"/>
            <p14:sldId id="288"/>
            <p14:sldId id="292"/>
            <p14:sldId id="294"/>
            <p14:sldId id="295"/>
            <p14:sldId id="296"/>
          </p14:sldIdLst>
        </p14:section>
        <p14:section name="FUNCITION CALLING" id="{A29259C6-B26D-4375-B312-ACD7D9E050D1}">
          <p14:sldIdLst>
            <p14:sldId id="297"/>
            <p14:sldId id="293"/>
            <p14:sldId id="299"/>
            <p14:sldId id="298"/>
            <p14:sldId id="307"/>
            <p14:sldId id="300"/>
          </p14:sldIdLst>
        </p14:section>
        <p14:section name="MCP" id="{83209DF9-E029-42FB-BAA8-0E18F238F77C}">
          <p14:sldIdLst>
            <p14:sldId id="301"/>
            <p14:sldId id="302"/>
            <p14:sldId id="303"/>
            <p14:sldId id="304"/>
            <p14:sldId id="258"/>
            <p14:sldId id="259"/>
          </p14:sldIdLst>
        </p14:section>
      </p14:sectionLst>
    </p:ext>
    <p:ext uri="{EFAFB233-063F-42B5-8137-9DF3F51BA10A}">
      <p15:sldGuideLst xmlns:p15="http://schemas.microsoft.com/office/powerpoint/2012/main"/>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19EAA957-32DD-A8CA-8FB4-DA9D6ACF02A8}" name="Craig Loewen" initials="" userId="S::crloewen@microsoft.com::f671ca36-6572-430f-adbc-5de0d3a9fd90" providerId="AD"/>
  <p188:author id="{893CC38B-D2B5-B602-F03D-9FA5D86B6135}" name="Jianye Lu" initials="JL" userId="S::jianyelu@microsoft.com::7c0120d9-6860-4328-97bf-00926befcb6b" providerId="AD"/>
  <p188:author id="{BCEE0DBD-6189-2E6B-5D68-8C29FD3B679A}" name="Bryan Osotio" initials="BO" userId="S::bryano@silverfoxprod.com::c8637d84-43de-46a3-8341-5dfe5659269c" providerId="AD"/>
  <p188:author id="{F52BD2CA-862A-8922-5BA3-64A1C5220EE0}" name="Clint Rutkas" initials="CR" userId="S::crutkas@microsoft.com::d6f60daf-519d-4010-8efb-371636ce949f" providerId="AD"/>
  <p188:author id="{6AFA61D8-796F-555E-A395-B33F90AAF99E}" name="Monica Lueder" initials="ML" userId="S::monical@microsoft.com::75969e72-ba9c-4e32-a4ac-c8f3aeff9ba2" providerId="AD"/>
  <p188:author id="{53029AF5-0023-A208-73B0-B74912BCD0EE}" name="Kayla Cinnamon" initials="KC" userId="S::cinnamon@microsoft.com::42c7edfe-6723-4966-bdec-1c5017e60bc8"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0" name="Saku Uchikawa" initials="SU" lastIdx="11" clrIdx="0"/>
  <p:cmAuthor id="1" name="Mary Feil-Jacobs" initials="MFJ" lastIdx="43" clrIdx="1"/>
  <p:cmAuthor id="2" name="Monica Lueder" initials="ML" lastIdx="22" clrIdx="2">
    <p:extLst>
      <p:ext uri="{19B8F6BF-5375-455C-9EA6-DF929625EA0E}">
        <p15:presenceInfo xmlns:p15="http://schemas.microsoft.com/office/powerpoint/2012/main" userId="S-1-5-21-2127521184-1604012920-1887927527-2598260" providerId="AD"/>
      </p:ext>
    </p:extLst>
  </p:cmAuthor>
  <p:cmAuthor id="3" name="Mary Feil-Jacobs" initials="MF" lastIdx="28" clrIdx="3">
    <p:extLst>
      <p:ext uri="{19B8F6BF-5375-455C-9EA6-DF929625EA0E}">
        <p15:presenceInfo xmlns:p15="http://schemas.microsoft.com/office/powerpoint/2012/main" userId="S-1-5-21-2127521184-1604012920-1887927527-65006" providerId="AD"/>
      </p:ext>
    </p:extLst>
  </p:cmAuthor>
  <p:cmAuthor id="4" name="Tracy Tran" initials="TT" lastIdx="9" clrIdx="4">
    <p:extLst>
      <p:ext uri="{19B8F6BF-5375-455C-9EA6-DF929625EA0E}">
        <p15:presenceInfo xmlns:p15="http://schemas.microsoft.com/office/powerpoint/2012/main" userId="S::tracyt@microsoft.com::7b485f56-8fe8-4efc-a1b3-85e720327ac5"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FFF"/>
    <a:srgbClr val="060702"/>
    <a:srgbClr val="0078D4"/>
    <a:srgbClr val="D7D2CB"/>
    <a:srgbClr val="E8E6DF"/>
    <a:srgbClr val="E1D3C7"/>
    <a:srgbClr val="4EFFFE"/>
    <a:srgbClr val="9BF00E"/>
    <a:srgbClr val="D59DFF"/>
    <a:srgbClr val="7FBA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320" autoAdjust="0"/>
    <p:restoredTop sz="94660"/>
  </p:normalViewPr>
  <p:slideViewPr>
    <p:cSldViewPr snapToGrid="0">
      <p:cViewPr varScale="1">
        <p:scale>
          <a:sx n="100" d="100"/>
          <a:sy n="100" d="100"/>
        </p:scale>
        <p:origin x="48" y="156"/>
      </p:cViewPr>
      <p:guideLst/>
    </p:cSldViewPr>
  </p:slideViewPr>
  <p:notesTextViewPr>
    <p:cViewPr>
      <p:scale>
        <a:sx n="1" d="1"/>
        <a:sy n="1" d="1"/>
      </p:scale>
      <p:origin x="0" y="0"/>
    </p:cViewPr>
  </p:notesTextViewPr>
  <p:notesViewPr>
    <p:cSldViewPr snapToGrid="0">
      <p:cViewPr>
        <p:scale>
          <a:sx n="1" d="2"/>
          <a:sy n="1" d="2"/>
        </p:scale>
        <p:origin x="3668" y="1016"/>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1.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slide" Target="slides/slide42.xml"/><Relationship Id="rId50" Type="http://schemas.openxmlformats.org/officeDocument/2006/relationships/slide" Target="slides/slide45.xml"/><Relationship Id="rId55" Type="http://schemas.openxmlformats.org/officeDocument/2006/relationships/slide" Target="slides/slide50.xml"/><Relationship Id="rId63" Type="http://schemas.openxmlformats.org/officeDocument/2006/relationships/theme" Target="theme/theme1.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slide" Target="slides/slide48.xml"/><Relationship Id="rId58" Type="http://schemas.openxmlformats.org/officeDocument/2006/relationships/notesMaster" Target="notesMasters/notesMaster1.xml"/><Relationship Id="rId5" Type="http://schemas.openxmlformats.org/officeDocument/2006/relationships/slideMaster" Target="slideMasters/slideMaster2.xml"/><Relationship Id="rId61" Type="http://schemas.openxmlformats.org/officeDocument/2006/relationships/presProps" Target="presProps.xml"/><Relationship Id="rId19" Type="http://schemas.openxmlformats.org/officeDocument/2006/relationships/slide" Target="slides/slide1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slide" Target="slides/slide51.xml"/><Relationship Id="rId64" Type="http://schemas.openxmlformats.org/officeDocument/2006/relationships/tableStyles" Target="tableStyles.xml"/><Relationship Id="rId8" Type="http://schemas.openxmlformats.org/officeDocument/2006/relationships/slide" Target="slides/slide3.xml"/><Relationship Id="rId51" Type="http://schemas.openxmlformats.org/officeDocument/2006/relationships/slide" Target="slides/slide46.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handoutMaster" Target="handoutMasters/handoutMaster1.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commentAuthors" Target="commentAuthors.xml"/><Relationship Id="rId65" Type="http://schemas.microsoft.com/office/2018/10/relationships/authors" Target="authors.xml"/><Relationship Id="rId4" Type="http://schemas.openxmlformats.org/officeDocument/2006/relationships/slideMaster" Target="slideMasters/slideMaster1.xml"/><Relationship Id="rId9" Type="http://schemas.openxmlformats.org/officeDocument/2006/relationships/slide" Target="slides/slide4.xml"/><Relationship Id="rId13" Type="http://schemas.openxmlformats.org/officeDocument/2006/relationships/slide" Target="slides/slide8.xml"/><Relationship Id="rId18" Type="http://schemas.openxmlformats.org/officeDocument/2006/relationships/slide" Target="slides/slide13.xml"/><Relationship Id="rId39" Type="http://schemas.openxmlformats.org/officeDocument/2006/relationships/slide" Target="slides/slide3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Header Placeholder 5"/>
          <p:cNvSpPr>
            <a:spLocks noGrp="1"/>
          </p:cNvSpPr>
          <p:nvPr>
            <p:ph type="hdr" sz="quarter"/>
          </p:nvPr>
        </p:nvSpPr>
        <p:spPr>
          <a:xfrm>
            <a:off x="0" y="-11574"/>
            <a:ext cx="2971800" cy="457200"/>
          </a:xfrm>
          <a:prstGeom prst="rect">
            <a:avLst/>
          </a:prstGeom>
        </p:spPr>
        <p:txBody>
          <a:bodyPr vert="horz" lIns="91440" tIns="45720" rIns="91440" bIns="45720" rtlCol="0"/>
          <a:lstStyle>
            <a:lvl1pPr algn="l">
              <a:defRPr sz="1200"/>
            </a:lvl1pPr>
          </a:lstStyle>
          <a:p>
            <a:endParaRPr lang="en-US">
              <a:latin typeface="Segoe UI" pitchFamily="34" charset="0"/>
            </a:endParaRPr>
          </a:p>
        </p:txBody>
      </p:sp>
      <p:sp>
        <p:nvSpPr>
          <p:cNvPr id="7" name="Date Placeholder 6"/>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460F9EC6-89FF-47E1-8594-1A32E3B45134}" type="datetime8">
              <a:rPr lang="en-US" smtClean="0">
                <a:latin typeface="Segoe UI" pitchFamily="34" charset="0"/>
              </a:rPr>
              <a:t>6/30/2026 7:38 AM</a:t>
            </a:fld>
            <a:endParaRPr lang="en-US">
              <a:latin typeface="Segoe UI" pitchFamily="34" charset="0"/>
            </a:endParaRPr>
          </a:p>
        </p:txBody>
      </p:sp>
      <p:sp>
        <p:nvSpPr>
          <p:cNvPr id="8" name="Footer Placeholder 7"/>
          <p:cNvSpPr>
            <a:spLocks noGrp="1"/>
          </p:cNvSpPr>
          <p:nvPr>
            <p:ph type="ftr" sz="quarter" idx="2"/>
          </p:nvPr>
        </p:nvSpPr>
        <p:spPr>
          <a:xfrm>
            <a:off x="0" y="8685213"/>
            <a:ext cx="5795010" cy="332434"/>
          </a:xfrm>
          <a:prstGeom prst="rect">
            <a:avLst/>
          </a:prstGeom>
        </p:spPr>
        <p:txBody>
          <a:bodyPr vert="horz" lIns="91440" tIns="45720" rIns="91440" bIns="45720" rtlCol="0" anchor="b"/>
          <a:lstStyle>
            <a:lvl1pPr algn="l">
              <a:defRPr sz="1200"/>
            </a:lvl1pPr>
          </a:lstStyle>
          <a:p>
            <a:pPr marL="398463" defTabSz="914099" eaLnBrk="0" hangingPunct="0"/>
            <a:r>
              <a:rPr lang="en-US" sz="400">
                <a:gradFill>
                  <a:gsLst>
                    <a:gs pos="0">
                      <a:schemeClr val="tx1"/>
                    </a:gs>
                    <a:gs pos="100000">
                      <a:schemeClr val="tx1"/>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2" name="Slide Number Placeholder 1">
            <a:extLst>
              <a:ext uri="{FF2B5EF4-FFF2-40B4-BE49-F238E27FC236}">
                <a16:creationId xmlns:a16="http://schemas.microsoft.com/office/drawing/2014/main" id="{FD78DAAD-3934-518B-F62A-B32024044EE2}"/>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D6BE5CB-6A38-415E-A601-C5DE328E214A}" type="slidenum">
              <a:rPr lang="de-DE" smtClean="0"/>
              <a:t>‹#›</a:t>
            </a:fld>
            <a:endParaRPr lang="de-DE"/>
          </a:p>
        </p:txBody>
      </p:sp>
    </p:spTree>
    <p:extLst>
      <p:ext uri="{BB962C8B-B14F-4D97-AF65-F5344CB8AC3E}">
        <p14:creationId xmlns:p14="http://schemas.microsoft.com/office/powerpoint/2010/main" val="3904595630"/>
      </p:ext>
    </p:extLst>
  </p:cSld>
  <p:clrMap bg1="lt1" tx1="dk1" bg2="lt2" tx2="dk2" accent1="accent1" accent2="accent2" accent3="accent3" accent4="accent4" accent5="accent5" accent6="accent6" hlink="hlink" folHlink="folHlink"/>
  <p:hf/>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Header Placeholder 7"/>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Segoe UI" pitchFamily="34" charset="0"/>
              </a:defRPr>
            </a:lvl1pPr>
          </a:lstStyle>
          <a:p>
            <a:endParaRPr lang="en-US"/>
          </a:p>
        </p:txBody>
      </p:sp>
      <p:sp>
        <p:nvSpPr>
          <p:cNvPr id="9" name="Slide Image Placeholder 8"/>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10" name="Footer Placeholder 9"/>
          <p:cNvSpPr>
            <a:spLocks noGrp="1"/>
          </p:cNvSpPr>
          <p:nvPr>
            <p:ph type="ftr" sz="quarter" idx="4"/>
          </p:nvPr>
        </p:nvSpPr>
        <p:spPr>
          <a:xfrm>
            <a:off x="0" y="8686800"/>
            <a:ext cx="5920740" cy="355964"/>
          </a:xfrm>
          <a:prstGeom prst="rect">
            <a:avLst/>
          </a:prstGeom>
        </p:spPr>
        <p:txBody>
          <a:bodyPr vert="horz" lIns="91440" tIns="45720" rIns="91440" bIns="45720" rtlCol="0" anchor="b"/>
          <a:lstStyle>
            <a:lvl1pPr marL="571500" indent="0" algn="l">
              <a:defRPr sz="1200"/>
            </a:lvl1p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11" name="Date Placeholder 10"/>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Segoe UI" pitchFamily="34" charset="0"/>
              </a:defRPr>
            </a:lvl1pPr>
          </a:lstStyle>
          <a:p>
            <a:fld id="{386CE63F-9E7F-4C04-9D0D-FCA25A8E9E86}" type="datetime8">
              <a:rPr lang="en-US" smtClean="0"/>
              <a:t>6/30/2026 7:38 AM</a:t>
            </a:fld>
            <a:endParaRPr lang="en-US"/>
          </a:p>
        </p:txBody>
      </p:sp>
      <p:sp>
        <p:nvSpPr>
          <p:cNvPr id="12" name="Notes Placeholder 11"/>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Slide Number Placeholder 12"/>
          <p:cNvSpPr>
            <a:spLocks noGrp="1"/>
          </p:cNvSpPr>
          <p:nvPr>
            <p:ph type="sldNum" sz="quarter" idx="5"/>
          </p:nvPr>
        </p:nvSpPr>
        <p:spPr>
          <a:xfrm>
            <a:off x="5909309" y="8685213"/>
            <a:ext cx="947103" cy="457200"/>
          </a:xfrm>
          <a:prstGeom prst="rect">
            <a:avLst/>
          </a:prstGeom>
        </p:spPr>
        <p:txBody>
          <a:bodyPr vert="horz" lIns="91440" tIns="45720" rIns="91440" bIns="45720" rtlCol="0" anchor="b"/>
          <a:lstStyle>
            <a:lvl1pPr algn="r">
              <a:defRPr sz="1200">
                <a:latin typeface="Segoe UI" pitchFamily="34" charset="0"/>
              </a:defRPr>
            </a:lvl1pPr>
          </a:lstStyle>
          <a:p>
            <a:fld id="{B4008EB6-D09E-4580-8CD6-DDB14511944F}" type="slidenum">
              <a:rPr lang="en-US" smtClean="0"/>
              <a:pPr/>
              <a:t>‹#›</a:t>
            </a:fld>
            <a:endParaRPr lang="en-US"/>
          </a:p>
        </p:txBody>
      </p:sp>
    </p:spTree>
    <p:extLst>
      <p:ext uri="{BB962C8B-B14F-4D97-AF65-F5344CB8AC3E}">
        <p14:creationId xmlns:p14="http://schemas.microsoft.com/office/powerpoint/2010/main" val="2624648265"/>
      </p:ext>
    </p:extLst>
  </p:cSld>
  <p:clrMap bg1="lt1" tx1="dk1" bg2="lt2" tx2="dk2" accent1="accent1" accent2="accent2" accent3="accent3" accent4="accent4" accent5="accent5" accent6="accent6" hlink="hlink" folHlink="folHlink"/>
  <p:hf/>
  <p:notesStyle>
    <a:lvl1pPr marL="0" algn="l" defTabSz="914367" rtl="0" eaLnBrk="1" latinLnBrk="0" hangingPunct="1">
      <a:lnSpc>
        <a:spcPct val="90000"/>
      </a:lnSpc>
      <a:spcAft>
        <a:spcPts val="333"/>
      </a:spcAft>
      <a:defRPr sz="882" kern="1200">
        <a:solidFill>
          <a:schemeClr val="tx1"/>
        </a:solidFill>
        <a:latin typeface="Segoe UI" panose="020B0502040204020203" pitchFamily="34" charset="0"/>
        <a:ea typeface="+mn-ea"/>
        <a:cs typeface="+mn-cs"/>
      </a:defRPr>
    </a:lvl1pPr>
    <a:lvl2pPr marL="212982" indent="-105829" algn="l" defTabSz="914367" rtl="0" eaLnBrk="1" latinLnBrk="0" hangingPunct="1">
      <a:lnSpc>
        <a:spcPct val="90000"/>
      </a:lnSpc>
      <a:spcAft>
        <a:spcPts val="333"/>
      </a:spcAft>
      <a:buFont typeface="Arial" pitchFamily="34" charset="0"/>
      <a:buChar char="•"/>
      <a:defRPr sz="882" kern="1200">
        <a:solidFill>
          <a:schemeClr val="tx1"/>
        </a:solidFill>
        <a:latin typeface="Segoe UI" panose="020B0502040204020203" pitchFamily="34" charset="0"/>
        <a:ea typeface="+mn-ea"/>
        <a:cs typeface="+mn-cs"/>
      </a:defRPr>
    </a:lvl2pPr>
    <a:lvl3pPr marL="328071" indent="-115090" algn="l" defTabSz="914367" rtl="0" eaLnBrk="1" latinLnBrk="0" hangingPunct="1">
      <a:lnSpc>
        <a:spcPct val="90000"/>
      </a:lnSpc>
      <a:spcAft>
        <a:spcPts val="333"/>
      </a:spcAft>
      <a:buFont typeface="Arial" pitchFamily="34" charset="0"/>
      <a:buChar char="•"/>
      <a:defRPr sz="882" kern="1200">
        <a:solidFill>
          <a:schemeClr val="tx1"/>
        </a:solidFill>
        <a:latin typeface="Segoe UI" panose="020B0502040204020203" pitchFamily="34" charset="0"/>
        <a:ea typeface="+mn-ea"/>
        <a:cs typeface="+mn-cs"/>
      </a:defRPr>
    </a:lvl3pPr>
    <a:lvl4pPr marL="482848" indent="-146838" algn="l" defTabSz="914367" rtl="0" eaLnBrk="1" latinLnBrk="0" hangingPunct="1">
      <a:lnSpc>
        <a:spcPct val="90000"/>
      </a:lnSpc>
      <a:spcAft>
        <a:spcPts val="333"/>
      </a:spcAft>
      <a:buFont typeface="Arial" pitchFamily="34" charset="0"/>
      <a:buChar char="•"/>
      <a:defRPr sz="882" kern="1200">
        <a:solidFill>
          <a:schemeClr val="tx1"/>
        </a:solidFill>
        <a:latin typeface="Segoe UI" panose="020B0502040204020203" pitchFamily="34" charset="0"/>
        <a:ea typeface="+mn-ea"/>
        <a:cs typeface="+mn-cs"/>
      </a:defRPr>
    </a:lvl4pPr>
    <a:lvl5pPr marL="615134" indent="-115090" algn="l" defTabSz="914367" rtl="0" eaLnBrk="1" latinLnBrk="0" hangingPunct="1">
      <a:lnSpc>
        <a:spcPct val="90000"/>
      </a:lnSpc>
      <a:spcAft>
        <a:spcPts val="333"/>
      </a:spcAft>
      <a:buFont typeface="Arial" pitchFamily="34" charset="0"/>
      <a:buChar char="•"/>
      <a:defRPr sz="882" kern="1200">
        <a:solidFill>
          <a:schemeClr val="tx1"/>
        </a:solidFill>
        <a:latin typeface="Segoe UI" panose="020B0502040204020203" pitchFamily="34" charset="0"/>
        <a:ea typeface="+mn-ea"/>
        <a:cs typeface="+mn-cs"/>
      </a:defRPr>
    </a:lvl5pPr>
    <a:lvl6pPr marL="2285918" algn="l" defTabSz="914367" rtl="0" eaLnBrk="1" latinLnBrk="0" hangingPunct="1">
      <a:defRPr sz="1176" kern="1200">
        <a:solidFill>
          <a:schemeClr val="tx1"/>
        </a:solidFill>
        <a:latin typeface="+mn-lt"/>
        <a:ea typeface="+mn-ea"/>
        <a:cs typeface="+mn-cs"/>
      </a:defRPr>
    </a:lvl6pPr>
    <a:lvl7pPr marL="2743101" algn="l" defTabSz="914367" rtl="0" eaLnBrk="1" latinLnBrk="0" hangingPunct="1">
      <a:defRPr sz="1176" kern="1200">
        <a:solidFill>
          <a:schemeClr val="tx1"/>
        </a:solidFill>
        <a:latin typeface="+mn-lt"/>
        <a:ea typeface="+mn-ea"/>
        <a:cs typeface="+mn-cs"/>
      </a:defRPr>
    </a:lvl7pPr>
    <a:lvl8pPr marL="3200284" algn="l" defTabSz="914367" rtl="0" eaLnBrk="1" latinLnBrk="0" hangingPunct="1">
      <a:defRPr sz="1176" kern="1200">
        <a:solidFill>
          <a:schemeClr val="tx1"/>
        </a:solidFill>
        <a:latin typeface="+mn-lt"/>
        <a:ea typeface="+mn-ea"/>
        <a:cs typeface="+mn-cs"/>
      </a:defRPr>
    </a:lvl8pPr>
    <a:lvl9pPr marL="3657469" algn="l" defTabSz="914367" rtl="0" eaLnBrk="1" latinLnBrk="0" hangingPunct="1">
      <a:defRPr sz="1176"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7.jpeg"/><Relationship Id="rId1" Type="http://schemas.openxmlformats.org/officeDocument/2006/relationships/slideMaster" Target="../slideMasters/slideMaster1.xml"/><Relationship Id="rId4" Type="http://schemas.openxmlformats.org/officeDocument/2006/relationships/image" Target="../media/image12.jpeg"/></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7.jpeg"/><Relationship Id="rId1" Type="http://schemas.openxmlformats.org/officeDocument/2006/relationships/slideMaster" Target="../slideMasters/slideMaster1.xml"/><Relationship Id="rId5" Type="http://schemas.openxmlformats.org/officeDocument/2006/relationships/image" Target="../media/image13.jpeg"/><Relationship Id="rId4" Type="http://schemas.openxmlformats.org/officeDocument/2006/relationships/image" Target="../media/image12.jpeg"/></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jpeg"/><Relationship Id="rId1" Type="http://schemas.openxmlformats.org/officeDocument/2006/relationships/slideMaster" Target="../slideMasters/slideMaster1.xml"/><Relationship Id="rId4" Type="http://schemas.openxmlformats.org/officeDocument/2006/relationships/image" Target="../media/image18.jpeg"/></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19.jpeg"/><Relationship Id="rId1" Type="http://schemas.openxmlformats.org/officeDocument/2006/relationships/slideMaster" Target="../slideMasters/slideMaster1.xml"/><Relationship Id="rId5" Type="http://schemas.openxmlformats.org/officeDocument/2006/relationships/image" Target="../media/image22.jpeg"/><Relationship Id="rId4" Type="http://schemas.openxmlformats.org/officeDocument/2006/relationships/image" Target="../media/image21.jpeg"/></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7.jpeg"/><Relationship Id="rId1" Type="http://schemas.openxmlformats.org/officeDocument/2006/relationships/slideMaster" Target="../slideMasters/slideMaster1.xml"/><Relationship Id="rId6" Type="http://schemas.openxmlformats.org/officeDocument/2006/relationships/image" Target="../media/image23.jpeg"/><Relationship Id="rId5" Type="http://schemas.openxmlformats.org/officeDocument/2006/relationships/image" Target="../media/image13.jpeg"/><Relationship Id="rId4" Type="http://schemas.openxmlformats.org/officeDocument/2006/relationships/image" Target="../media/image12.jpeg"/></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7.jpeg"/><Relationship Id="rId1" Type="http://schemas.openxmlformats.org/officeDocument/2006/relationships/slideMaster" Target="../slideMasters/slideMaster1.xml"/><Relationship Id="rId4" Type="http://schemas.openxmlformats.org/officeDocument/2006/relationships/image" Target="../media/image12.jpeg"/></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7.jpeg"/><Relationship Id="rId1" Type="http://schemas.openxmlformats.org/officeDocument/2006/relationships/slideMaster" Target="../slideMasters/slideMaster1.xml"/><Relationship Id="rId5" Type="http://schemas.openxmlformats.org/officeDocument/2006/relationships/image" Target="../media/image13.jpeg"/><Relationship Id="rId4" Type="http://schemas.openxmlformats.org/officeDocument/2006/relationships/image" Target="../media/image12.jpeg"/></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image" Target="../media/image24.jpeg"/><Relationship Id="rId1" Type="http://schemas.openxmlformats.org/officeDocument/2006/relationships/slideMaster" Target="../slideMasters/slideMaster1.xml"/><Relationship Id="rId6" Type="http://schemas.openxmlformats.org/officeDocument/2006/relationships/image" Target="../media/image28.jpeg"/><Relationship Id="rId5" Type="http://schemas.openxmlformats.org/officeDocument/2006/relationships/image" Target="../media/image27.jpeg"/><Relationship Id="rId4" Type="http://schemas.openxmlformats.org/officeDocument/2006/relationships/image" Target="../media/image26.jpe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9.jp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30.emf"/><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32.jpg"/><Relationship Id="rId1" Type="http://schemas.openxmlformats.org/officeDocument/2006/relationships/slideMaster" Target="../slideMasters/slideMaster2.xml"/><Relationship Id="rId4" Type="http://schemas.openxmlformats.org/officeDocument/2006/relationships/image" Target="../media/image33.png"/></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4.jpg"/><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4.jpg"/><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5.jpg"/><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5.jpg"/><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5.jpg"/><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5.jpg"/><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5.jpg"/><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5.jpg"/><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5.jpg"/><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5.jpg"/><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5.jpg"/><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5.jpg"/><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5.jpg"/><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7.jpeg"/><Relationship Id="rId1" Type="http://schemas.openxmlformats.org/officeDocument/2006/relationships/slideMaster" Target="../slideMasters/slideMaster2.xml"/><Relationship Id="rId4" Type="http://schemas.openxmlformats.org/officeDocument/2006/relationships/image" Target="../media/image12.jpeg"/></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7.jpeg"/><Relationship Id="rId1" Type="http://schemas.openxmlformats.org/officeDocument/2006/relationships/slideMaster" Target="../slideMasters/slideMaster2.xml"/><Relationship Id="rId5" Type="http://schemas.openxmlformats.org/officeDocument/2006/relationships/image" Target="../media/image13.jpeg"/><Relationship Id="rId4" Type="http://schemas.openxmlformats.org/officeDocument/2006/relationships/image" Target="../media/image12.jpeg"/></Relationships>
</file>

<file path=ppt/slideLayouts/_rels/slideLayout70.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jpeg"/><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jpeg"/><Relationship Id="rId1" Type="http://schemas.openxmlformats.org/officeDocument/2006/relationships/slideMaster" Target="../slideMasters/slideMaster2.xml"/><Relationship Id="rId4" Type="http://schemas.openxmlformats.org/officeDocument/2006/relationships/image" Target="../media/image18.jpeg"/></Relationships>
</file>

<file path=ppt/slideLayouts/_rels/slideLayout72.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19.jpeg"/><Relationship Id="rId1" Type="http://schemas.openxmlformats.org/officeDocument/2006/relationships/slideMaster" Target="../slideMasters/slideMaster2.xml"/><Relationship Id="rId5" Type="http://schemas.openxmlformats.org/officeDocument/2006/relationships/image" Target="../media/image22.jpeg"/><Relationship Id="rId4" Type="http://schemas.openxmlformats.org/officeDocument/2006/relationships/image" Target="../media/image21.jpeg"/></Relationships>
</file>

<file path=ppt/slideLayouts/_rels/slideLayout73.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7.jpeg"/><Relationship Id="rId1" Type="http://schemas.openxmlformats.org/officeDocument/2006/relationships/slideMaster" Target="../slideMasters/slideMaster2.xml"/><Relationship Id="rId6" Type="http://schemas.openxmlformats.org/officeDocument/2006/relationships/image" Target="../media/image23.jpeg"/><Relationship Id="rId5" Type="http://schemas.openxmlformats.org/officeDocument/2006/relationships/image" Target="../media/image13.jpeg"/><Relationship Id="rId4" Type="http://schemas.openxmlformats.org/officeDocument/2006/relationships/image" Target="../media/image12.jpeg"/></Relationships>
</file>

<file path=ppt/slideLayouts/_rels/slideLayout74.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7.jpeg"/><Relationship Id="rId1" Type="http://schemas.openxmlformats.org/officeDocument/2006/relationships/slideMaster" Target="../slideMasters/slideMaster2.xml"/><Relationship Id="rId4" Type="http://schemas.openxmlformats.org/officeDocument/2006/relationships/image" Target="../media/image12.jpeg"/></Relationships>
</file>

<file path=ppt/slideLayouts/_rels/slideLayout75.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7.jpeg"/><Relationship Id="rId1" Type="http://schemas.openxmlformats.org/officeDocument/2006/relationships/slideMaster" Target="../slideMasters/slideMaster2.xml"/><Relationship Id="rId5" Type="http://schemas.openxmlformats.org/officeDocument/2006/relationships/image" Target="../media/image13.jpeg"/><Relationship Id="rId4" Type="http://schemas.openxmlformats.org/officeDocument/2006/relationships/image" Target="../media/image12.jpeg"/></Relationships>
</file>

<file path=ppt/slideLayouts/_rels/slideLayout76.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image" Target="../media/image24.jpeg"/><Relationship Id="rId1" Type="http://schemas.openxmlformats.org/officeDocument/2006/relationships/slideMaster" Target="../slideMasters/slideMaster2.xml"/><Relationship Id="rId6" Type="http://schemas.openxmlformats.org/officeDocument/2006/relationships/image" Target="../media/image28.jpeg"/><Relationship Id="rId5" Type="http://schemas.openxmlformats.org/officeDocument/2006/relationships/image" Target="../media/image27.jpeg"/><Relationship Id="rId4" Type="http://schemas.openxmlformats.org/officeDocument/2006/relationships/image" Target="../media/image26.jpeg"/></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4.jpg"/><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7.jpg"/><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0.xml.rels><?xml version="1.0" encoding="UTF-8" standalone="yes"?>
<Relationships xmlns="http://schemas.openxmlformats.org/package/2006/relationships"><Relationship Id="rId2" Type="http://schemas.openxmlformats.org/officeDocument/2006/relationships/image" Target="../media/image30.emf"/><Relationship Id="rId1" Type="http://schemas.openxmlformats.org/officeDocument/2006/relationships/slideMaster" Target="../slideMasters/slideMaster2.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2.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Walki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54B2CB-E17F-657B-15B3-DB0E98286C8C}"/>
              </a:ext>
            </a:extLst>
          </p:cNvPr>
          <p:cNvSpPr>
            <a:spLocks noGrp="1"/>
          </p:cNvSpPr>
          <p:nvPr>
            <p:ph type="title" hasCustomPrompt="1"/>
          </p:nvPr>
        </p:nvSpPr>
        <p:spPr bwMode="white">
          <a:xfrm>
            <a:off x="544922" y="1948409"/>
            <a:ext cx="5577840" cy="1107996"/>
          </a:xfrm>
          <a:noFill/>
        </p:spPr>
        <p:txBody>
          <a:bodyPr lIns="0" tIns="0" rIns="0" bIns="0" anchor="b" anchorCtr="0">
            <a:spAutoFit/>
          </a:bodyPr>
          <a:lstStyle>
            <a:lvl1pPr algn="l" defTabSz="932742" rtl="0" eaLnBrk="1" latinLnBrk="0" hangingPunct="1">
              <a:lnSpc>
                <a:spcPct val="100000"/>
              </a:lnSpc>
              <a:spcBef>
                <a:spcPct val="0"/>
              </a:spcBef>
              <a:buNone/>
              <a:defRPr lang="en-US" sz="4000" b="0" kern="1200" cap="none" spc="-50" baseline="0" dirty="0">
                <a:ln w="3175">
                  <a:noFill/>
                </a:ln>
                <a:solidFill>
                  <a:schemeClr val="tx1"/>
                </a:solidFill>
                <a:effectLst/>
                <a:latin typeface="Segoe Sans Display Semibold" pitchFamily="2" charset="0"/>
                <a:ea typeface="+mn-ea"/>
                <a:cs typeface="Segoe Sans Display Semibold" pitchFamily="2" charset="0"/>
              </a:defRPr>
            </a:lvl1pPr>
          </a:lstStyle>
          <a:p>
            <a:pPr marL="0" marR="0" lvl="0" indent="0" algn="l" defTabSz="932742" rtl="0" eaLnBrk="1" fontAlgn="auto" latinLnBrk="0" hangingPunct="1">
              <a:lnSpc>
                <a:spcPct val="90000"/>
              </a:lnSpc>
              <a:spcBef>
                <a:spcPct val="0"/>
              </a:spcBef>
              <a:spcAft>
                <a:spcPts val="0"/>
              </a:spcAft>
              <a:buClrTx/>
              <a:buSzPct val="90000"/>
              <a:buFont typeface="Wingdings" panose="05000000000000000000" pitchFamily="2" charset="2"/>
              <a:buNone/>
              <a:tabLst/>
            </a:pPr>
            <a:r>
              <a:rPr lang="en-US" dirty="0"/>
              <a:t>Event name or presentation title </a:t>
            </a:r>
          </a:p>
        </p:txBody>
      </p:sp>
      <p:sp>
        <p:nvSpPr>
          <p:cNvPr id="3" name="Text Placeholder 4">
            <a:extLst>
              <a:ext uri="{FF2B5EF4-FFF2-40B4-BE49-F238E27FC236}">
                <a16:creationId xmlns:a16="http://schemas.microsoft.com/office/drawing/2014/main" id="{2D1683EB-8052-DD8D-9241-2E790290F054}"/>
              </a:ext>
            </a:extLst>
          </p:cNvPr>
          <p:cNvSpPr>
            <a:spLocks noGrp="1"/>
          </p:cNvSpPr>
          <p:nvPr>
            <p:ph type="body" sz="quarter" idx="12" hasCustomPrompt="1"/>
          </p:nvPr>
        </p:nvSpPr>
        <p:spPr bwMode="white">
          <a:xfrm>
            <a:off x="544921" y="3485028"/>
            <a:ext cx="5577839" cy="276999"/>
          </a:xfrm>
          <a:noFill/>
        </p:spPr>
        <p:txBody>
          <a:bodyPr wrap="square" lIns="0" tIns="0" rIns="0" bIns="0">
            <a:spAutoFit/>
          </a:bodyPr>
          <a:lstStyle>
            <a:lvl1pPr marL="0" indent="0">
              <a:spcBef>
                <a:spcPts val="0"/>
              </a:spcBef>
              <a:buNone/>
              <a:defRPr sz="1800" spc="0" baseline="0">
                <a:solidFill>
                  <a:schemeClr val="tx1"/>
                </a:solidFill>
                <a:latin typeface="+mn-lt"/>
                <a:cs typeface="Segoe UI" panose="020B0502040204020203" pitchFamily="34" charset="0"/>
              </a:defRPr>
            </a:lvl1pPr>
          </a:lstStyle>
          <a:p>
            <a:pPr lvl="0"/>
            <a:r>
              <a:rPr lang="en-US" dirty="0"/>
              <a:t>The Software of </a:t>
            </a:r>
            <a:r>
              <a:rPr lang="en-US" dirty="0" err="1"/>
              <a:t>Tomorrrow</a:t>
            </a:r>
            <a:r>
              <a:rPr lang="en-US" dirty="0"/>
              <a:t> – Delivered Today.</a:t>
            </a:r>
          </a:p>
        </p:txBody>
      </p:sp>
      <p:pic>
        <p:nvPicPr>
          <p:cNvPr id="6" name="Picture 5">
            <a:extLst>
              <a:ext uri="{FF2B5EF4-FFF2-40B4-BE49-F238E27FC236}">
                <a16:creationId xmlns:a16="http://schemas.microsoft.com/office/drawing/2014/main" id="{F249874B-A7F6-D873-41D3-03DCB02A2170}"/>
              </a:ext>
            </a:extLst>
          </p:cNvPr>
          <p:cNvPicPr>
            <a:picLocks noChangeAspect="1"/>
          </p:cNvPicPr>
          <p:nvPr userDrawn="1"/>
        </p:nvPicPr>
        <p:blipFill>
          <a:blip r:embed="rId3"/>
          <a:stretch>
            <a:fillRect/>
          </a:stretch>
        </p:blipFill>
        <p:spPr>
          <a:xfrm>
            <a:off x="544921" y="152120"/>
            <a:ext cx="1307016" cy="777986"/>
          </a:xfrm>
          <a:prstGeom prst="rect">
            <a:avLst/>
          </a:prstGeom>
        </p:spPr>
      </p:pic>
    </p:spTree>
    <p:extLst>
      <p:ext uri="{BB962C8B-B14F-4D97-AF65-F5344CB8AC3E}">
        <p14:creationId xmlns:p14="http://schemas.microsoft.com/office/powerpoint/2010/main" val="717829122"/>
      </p:ext>
    </p:extLst>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bwMode="white">
          <a:xfrm>
            <a:off x="584200" y="2425780"/>
            <a:ext cx="5577840" cy="1107996"/>
          </a:xfrm>
          <a:noFill/>
        </p:spPr>
        <p:txBody>
          <a:bodyPr lIns="0" tIns="0" rIns="0" bIns="0" anchor="b" anchorCtr="0">
            <a:spAutoFit/>
          </a:bodyPr>
          <a:lstStyle>
            <a:lvl1pPr algn="l" defTabSz="932742" rtl="0" eaLnBrk="1" latinLnBrk="0" hangingPunct="1">
              <a:lnSpc>
                <a:spcPct val="100000"/>
              </a:lnSpc>
              <a:spcBef>
                <a:spcPct val="0"/>
              </a:spcBef>
              <a:buNone/>
              <a:defRPr lang="en-US" sz="4000" b="0" kern="1200" cap="none" spc="-50" baseline="0" dirty="0">
                <a:ln w="3175">
                  <a:noFill/>
                </a:ln>
                <a:solidFill>
                  <a:schemeClr val="bg1"/>
                </a:solidFill>
                <a:effectLst/>
                <a:latin typeface="Segoe Sans Display Semibold" pitchFamily="2" charset="0"/>
                <a:ea typeface="+mn-ea"/>
                <a:cs typeface="Segoe Sans Display Semibold" pitchFamily="2" charset="0"/>
              </a:defRPr>
            </a:lvl1pPr>
          </a:lstStyle>
          <a:p>
            <a:pPr marL="0" marR="0" lvl="0" indent="0" algn="l" defTabSz="932742" rtl="0" eaLnBrk="1" fontAlgn="auto" latinLnBrk="0" hangingPunct="1">
              <a:lnSpc>
                <a:spcPct val="90000"/>
              </a:lnSpc>
              <a:spcBef>
                <a:spcPct val="0"/>
              </a:spcBef>
              <a:spcAft>
                <a:spcPts val="0"/>
              </a:spcAft>
              <a:buClrTx/>
              <a:buSzPct val="90000"/>
              <a:buFont typeface="Wingdings" panose="05000000000000000000" pitchFamily="2" charset="2"/>
              <a:buNone/>
              <a:tabLst/>
            </a:pPr>
            <a:r>
              <a:rPr lang="en-US" dirty="0"/>
              <a:t>Event name or presentation title </a:t>
            </a:r>
          </a:p>
        </p:txBody>
      </p:sp>
      <p:sp>
        <p:nvSpPr>
          <p:cNvPr id="5" name="Text Placeholder 4"/>
          <p:cNvSpPr>
            <a:spLocks noGrp="1"/>
          </p:cNvSpPr>
          <p:nvPr>
            <p:ph type="body" sz="quarter" idx="12" hasCustomPrompt="1"/>
          </p:nvPr>
        </p:nvSpPr>
        <p:spPr bwMode="white">
          <a:xfrm>
            <a:off x="584199" y="3962399"/>
            <a:ext cx="5577839" cy="276999"/>
          </a:xfrm>
          <a:noFill/>
        </p:spPr>
        <p:txBody>
          <a:bodyPr wrap="square" lIns="0" tIns="0" rIns="0" bIns="0">
            <a:spAutoFit/>
          </a:bodyPr>
          <a:lstStyle>
            <a:lvl1pPr marL="0" indent="0">
              <a:spcBef>
                <a:spcPts val="0"/>
              </a:spcBef>
              <a:buNone/>
              <a:defRPr sz="1800" spc="0" baseline="0">
                <a:solidFill>
                  <a:schemeClr val="bg1"/>
                </a:solidFill>
                <a:latin typeface="+mn-lt"/>
                <a:cs typeface="Segoe UI" panose="020B0502040204020203" pitchFamily="34" charset="0"/>
              </a:defRPr>
            </a:lvl1pPr>
          </a:lstStyle>
          <a:p>
            <a:pPr lvl="0"/>
            <a:r>
              <a:rPr lang="en-US" dirty="0"/>
              <a:t>The Software of </a:t>
            </a:r>
            <a:r>
              <a:rPr lang="en-US" dirty="0" err="1"/>
              <a:t>Tomorrrow</a:t>
            </a:r>
            <a:r>
              <a:rPr lang="en-US" dirty="0"/>
              <a:t> – Delivered Today.</a:t>
            </a:r>
          </a:p>
        </p:txBody>
      </p:sp>
      <p:pic>
        <p:nvPicPr>
          <p:cNvPr id="4" name="Picture 3">
            <a:extLst>
              <a:ext uri="{FF2B5EF4-FFF2-40B4-BE49-F238E27FC236}">
                <a16:creationId xmlns:a16="http://schemas.microsoft.com/office/drawing/2014/main" id="{E0168319-9987-2C60-6DCC-D542B8BDECF9}"/>
              </a:ext>
            </a:extLst>
          </p:cNvPr>
          <p:cNvPicPr>
            <a:picLocks noChangeAspect="1"/>
          </p:cNvPicPr>
          <p:nvPr userDrawn="1"/>
        </p:nvPicPr>
        <p:blipFill>
          <a:blip r:embed="rId3"/>
          <a:stretch>
            <a:fillRect/>
          </a:stretch>
        </p:blipFill>
        <p:spPr>
          <a:xfrm>
            <a:off x="584199" y="318281"/>
            <a:ext cx="1307016" cy="777986"/>
          </a:xfrm>
          <a:prstGeom prst="rect">
            <a:avLst/>
          </a:prstGeom>
        </p:spPr>
      </p:pic>
    </p:spTree>
    <p:extLst>
      <p:ext uri="{BB962C8B-B14F-4D97-AF65-F5344CB8AC3E}">
        <p14:creationId xmlns:p14="http://schemas.microsoft.com/office/powerpoint/2010/main" val="16331385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44">
          <p15:clr>
            <a:srgbClr val="5ACBF0"/>
          </p15:clr>
        </p15:guide>
        <p15:guide id="4" orient="horz" pos="216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918223"/>
            <a:ext cx="9144000" cy="615553"/>
          </a:xfrm>
          <a:noFill/>
        </p:spPr>
        <p:txBody>
          <a:bodyPr lIns="0" tIns="0" rIns="0" bIns="0" anchor="b" anchorCtr="0">
            <a:spAutoFit/>
          </a:bodyPr>
          <a:lstStyle>
            <a:lvl1pPr>
              <a:defRPr sz="4000" spc="-50" baseline="0">
                <a:solidFill>
                  <a:schemeClr val="tx1"/>
                </a:solidFill>
                <a:latin typeface="Segoe Sans Display Semibold" pitchFamily="2" charset="0"/>
                <a:cs typeface="Segoe Sans Display Semibold" pitchFamily="2" charset="0"/>
              </a:defRPr>
            </a:lvl1pPr>
          </a:lstStyle>
          <a:p>
            <a:r>
              <a:rPr lang="en-US" dirty="0"/>
              <a:t>Event name or presentation title </a:t>
            </a:r>
          </a:p>
        </p:txBody>
      </p:sp>
      <p:sp>
        <p:nvSpPr>
          <p:cNvPr id="5" name="Text Placeholder 4"/>
          <p:cNvSpPr>
            <a:spLocks noGrp="1"/>
          </p:cNvSpPr>
          <p:nvPr>
            <p:ph type="body" sz="quarter" idx="12" hasCustomPrompt="1"/>
          </p:nvPr>
        </p:nvSpPr>
        <p:spPr>
          <a:xfrm>
            <a:off x="584200" y="3962400"/>
            <a:ext cx="9144000" cy="276999"/>
          </a:xfrm>
          <a:noFill/>
        </p:spPr>
        <p:txBody>
          <a:bodyPr wrap="square" lIns="0" tIns="0" rIns="0" bIns="0">
            <a:spAutoFit/>
          </a:bodyPr>
          <a:lstStyle>
            <a:lvl1pPr marL="0" indent="0">
              <a:spcBef>
                <a:spcPts val="0"/>
              </a:spcBef>
              <a:buNone/>
              <a:defRPr sz="1800" spc="0" baseline="0">
                <a:solidFill>
                  <a:schemeClr val="tx1"/>
                </a:solidFill>
                <a:latin typeface="+mn-lt"/>
                <a:cs typeface="Segoe UI" panose="020B0502040204020203" pitchFamily="34" charset="0"/>
              </a:defRPr>
            </a:lvl1pPr>
          </a:lstStyle>
          <a:p>
            <a:pPr lvl="0"/>
            <a:r>
              <a:rPr lang="en-US" dirty="0"/>
              <a:t>Speaker name or subtitle text</a:t>
            </a:r>
          </a:p>
        </p:txBody>
      </p:sp>
      <p:pic>
        <p:nvPicPr>
          <p:cNvPr id="4" name="Picture 3">
            <a:extLst>
              <a:ext uri="{FF2B5EF4-FFF2-40B4-BE49-F238E27FC236}">
                <a16:creationId xmlns:a16="http://schemas.microsoft.com/office/drawing/2014/main" id="{7BA40C98-8BA3-8FE1-8D1D-CD52B65611CC}"/>
              </a:ext>
            </a:extLst>
          </p:cNvPr>
          <p:cNvPicPr>
            <a:picLocks noChangeAspect="1"/>
          </p:cNvPicPr>
          <p:nvPr userDrawn="1"/>
        </p:nvPicPr>
        <p:blipFill>
          <a:blip r:embed="rId3"/>
          <a:stretch>
            <a:fillRect/>
          </a:stretch>
        </p:blipFill>
        <p:spPr>
          <a:xfrm>
            <a:off x="9074692" y="6019257"/>
            <a:ext cx="1307016" cy="777986"/>
          </a:xfrm>
          <a:prstGeom prst="rect">
            <a:avLst/>
          </a:prstGeom>
        </p:spPr>
      </p:pic>
    </p:spTree>
    <p:extLst>
      <p:ext uri="{BB962C8B-B14F-4D97-AF65-F5344CB8AC3E}">
        <p14:creationId xmlns:p14="http://schemas.microsoft.com/office/powerpoint/2010/main" val="53439708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11018838" cy="483393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pic>
        <p:nvPicPr>
          <p:cNvPr id="5" name="Picture 4">
            <a:extLst>
              <a:ext uri="{FF2B5EF4-FFF2-40B4-BE49-F238E27FC236}">
                <a16:creationId xmlns:a16="http://schemas.microsoft.com/office/drawing/2014/main" id="{43F7C16A-CB57-4B52-16F1-46EC9146B997}"/>
              </a:ext>
            </a:extLst>
          </p:cNvPr>
          <p:cNvPicPr>
            <a:picLocks noChangeAspect="1"/>
          </p:cNvPicPr>
          <p:nvPr userDrawn="1"/>
        </p:nvPicPr>
        <p:blipFill>
          <a:blip r:embed="rId3"/>
          <a:stretch>
            <a:fillRect/>
          </a:stretch>
        </p:blipFill>
        <p:spPr>
          <a:xfrm>
            <a:off x="9051445" y="6011807"/>
            <a:ext cx="1307016" cy="777986"/>
          </a:xfrm>
          <a:prstGeom prst="rect">
            <a:avLst/>
          </a:prstGeom>
        </p:spPr>
      </p:pic>
    </p:spTree>
    <p:extLst>
      <p:ext uri="{BB962C8B-B14F-4D97-AF65-F5344CB8AC3E}">
        <p14:creationId xmlns:p14="http://schemas.microsoft.com/office/powerpoint/2010/main" val="3224827369"/>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amp; Non-bulleted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6390" y="1434370"/>
            <a:ext cx="11018520" cy="2308324"/>
          </a:xfrm>
        </p:spPr>
        <p:txBody>
          <a:bodyPr wrap="square">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3" name="Picture 2">
            <a:extLst>
              <a:ext uri="{FF2B5EF4-FFF2-40B4-BE49-F238E27FC236}">
                <a16:creationId xmlns:a16="http://schemas.microsoft.com/office/drawing/2014/main" id="{62A1E400-7BEA-5DAA-C9FD-6AB535DFD135}"/>
              </a:ext>
            </a:extLst>
          </p:cNvPr>
          <p:cNvPicPr>
            <a:picLocks noChangeAspect="1"/>
          </p:cNvPicPr>
          <p:nvPr userDrawn="1"/>
        </p:nvPicPr>
        <p:blipFill>
          <a:blip r:embed="rId3"/>
          <a:stretch>
            <a:fillRect/>
          </a:stretch>
        </p:blipFill>
        <p:spPr>
          <a:xfrm>
            <a:off x="9074692" y="6019257"/>
            <a:ext cx="1307016" cy="777986"/>
          </a:xfrm>
          <a:prstGeom prst="rect">
            <a:avLst/>
          </a:prstGeom>
        </p:spPr>
      </p:pic>
    </p:spTree>
    <p:extLst>
      <p:ext uri="{BB962C8B-B14F-4D97-AF65-F5344CB8AC3E}">
        <p14:creationId xmlns:p14="http://schemas.microsoft.com/office/powerpoint/2010/main" val="1796579812"/>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905">
          <p15:clr>
            <a:srgbClr val="5ACBF0"/>
          </p15:clr>
        </p15:guide>
        <p15:guide id="4" orient="horz" pos="1272">
          <p15:clr>
            <a:srgbClr val="5ACBF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1_Title &amp; Non-bulleted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6390" y="1434370"/>
            <a:ext cx="11018520" cy="2308324"/>
          </a:xfrm>
        </p:spPr>
        <p:txBody>
          <a:bodyPr wrap="square">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207766081"/>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905">
          <p15:clr>
            <a:srgbClr val="5ACBF0"/>
          </p15:clr>
        </p15:guide>
        <p15:guide id="4" orient="horz" pos="1272">
          <p15:clr>
            <a:srgbClr val="5ACBF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wo Column Non-bulleted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lstStyle/>
          <a:p>
            <a:r>
              <a:rPr lang="en-US"/>
              <a:t>Click to edit Master title style</a:t>
            </a:r>
          </a:p>
        </p:txBody>
      </p:sp>
      <p:sp>
        <p:nvSpPr>
          <p:cNvPr id="4" name="Text Placeholder 3"/>
          <p:cNvSpPr>
            <a:spLocks noGrp="1"/>
          </p:cNvSpPr>
          <p:nvPr>
            <p:ph type="body" sz="quarter" idx="10"/>
          </p:nvPr>
        </p:nvSpPr>
        <p:spPr>
          <a:xfrm>
            <a:off x="584200"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3">
            <a:extLst>
              <a:ext uri="{FF2B5EF4-FFF2-40B4-BE49-F238E27FC236}">
                <a16:creationId xmlns:a16="http://schemas.microsoft.com/office/drawing/2014/main" id="{8E9CDCB4-03E1-4763-B83E-A1334BCDB0C0}"/>
              </a:ext>
            </a:extLst>
          </p:cNvPr>
          <p:cNvSpPr>
            <a:spLocks noGrp="1"/>
          </p:cNvSpPr>
          <p:nvPr>
            <p:ph type="body" sz="quarter" idx="12"/>
          </p:nvPr>
        </p:nvSpPr>
        <p:spPr>
          <a:xfrm>
            <a:off x="6397171"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5" name="Picture 4">
            <a:extLst>
              <a:ext uri="{FF2B5EF4-FFF2-40B4-BE49-F238E27FC236}">
                <a16:creationId xmlns:a16="http://schemas.microsoft.com/office/drawing/2014/main" id="{BC815E9D-1B9A-F9D6-AAFD-87240CDC5928}"/>
              </a:ext>
            </a:extLst>
          </p:cNvPr>
          <p:cNvPicPr>
            <a:picLocks noChangeAspect="1"/>
          </p:cNvPicPr>
          <p:nvPr userDrawn="1"/>
        </p:nvPicPr>
        <p:blipFill>
          <a:blip r:embed="rId3"/>
          <a:stretch>
            <a:fillRect/>
          </a:stretch>
        </p:blipFill>
        <p:spPr>
          <a:xfrm>
            <a:off x="9074692" y="6019257"/>
            <a:ext cx="1307016" cy="777986"/>
          </a:xfrm>
          <a:prstGeom prst="rect">
            <a:avLst/>
          </a:prstGeom>
        </p:spPr>
      </p:pic>
    </p:spTree>
    <p:extLst>
      <p:ext uri="{BB962C8B-B14F-4D97-AF65-F5344CB8AC3E}">
        <p14:creationId xmlns:p14="http://schemas.microsoft.com/office/powerpoint/2010/main" val="3676242141"/>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2">
          <p15:clr>
            <a:srgbClr val="5ACBF0"/>
          </p15:clr>
        </p15:guide>
        <p15:guide id="3" orient="horz" pos="904">
          <p15:clr>
            <a:srgbClr val="5ACBF0"/>
          </p15:clr>
        </p15:guide>
        <p15:guide id="4" pos="3656">
          <p15:clr>
            <a:srgbClr val="5ACBF0"/>
          </p15:clr>
        </p15:guide>
        <p15:guide id="5" pos="4024">
          <p15:clr>
            <a:srgbClr val="5ACBF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wo Column Bullet with Subhead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spAutoFit/>
          </a:bodyPr>
          <a:lstStyle>
            <a:lvl1pPr>
              <a:defRPr/>
            </a:lvl1pPr>
          </a:lstStyle>
          <a:p>
            <a:r>
              <a:rPr lang="en-US"/>
              <a:t>Click to edit Master title style</a:t>
            </a:r>
          </a:p>
        </p:txBody>
      </p:sp>
      <p:sp>
        <p:nvSpPr>
          <p:cNvPr id="12" name="Text Placeholder 11">
            <a:extLst>
              <a:ext uri="{FF2B5EF4-FFF2-40B4-BE49-F238E27FC236}">
                <a16:creationId xmlns:a16="http://schemas.microsoft.com/office/drawing/2014/main" id="{DD525736-DEE8-4391-8135-23DE0640053A}"/>
              </a:ext>
            </a:extLst>
          </p:cNvPr>
          <p:cNvSpPr>
            <a:spLocks noGrp="1"/>
          </p:cNvSpPr>
          <p:nvPr>
            <p:ph type="body" sz="quarter" idx="16"/>
          </p:nvPr>
        </p:nvSpPr>
        <p:spPr>
          <a:xfrm>
            <a:off x="584200"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8" name="Text Placeholder 7">
            <a:extLst>
              <a:ext uri="{FF2B5EF4-FFF2-40B4-BE49-F238E27FC236}">
                <a16:creationId xmlns:a16="http://schemas.microsoft.com/office/drawing/2014/main" id="{98E90344-0294-48E2-AAF0-601BB99500E7}"/>
              </a:ext>
            </a:extLst>
          </p:cNvPr>
          <p:cNvSpPr>
            <a:spLocks noGrp="1"/>
          </p:cNvSpPr>
          <p:nvPr>
            <p:ph type="body" sz="quarter" idx="14"/>
          </p:nvPr>
        </p:nvSpPr>
        <p:spPr>
          <a:xfrm>
            <a:off x="584200" y="2084388"/>
            <a:ext cx="5219700" cy="1612749"/>
          </a:xfrm>
        </p:spPr>
        <p:txBody>
          <a:bodyPr>
            <a:spAutoFit/>
          </a:bodyPr>
          <a:lstStyle>
            <a:lvl1pPr marL="171450" indent="-171450">
              <a:defRPr lang="en-US" sz="2400" dirty="0"/>
            </a:lvl1pPr>
            <a:lvl2pPr marL="342900" indent="-171450">
              <a:defRPr lang="en-US" dirty="0"/>
            </a:lvl2pPr>
            <a:lvl3pPr marL="514350" indent="-171450">
              <a:defRPr lang="en-US" dirty="0"/>
            </a:lvl3pPr>
            <a:lvl4pPr marL="666750" indent="-152400">
              <a:defRPr lang="en-US" dirty="0"/>
            </a:lvl4pPr>
            <a:lvl5pPr marL="793750" indent="-120650">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11">
            <a:extLst>
              <a:ext uri="{FF2B5EF4-FFF2-40B4-BE49-F238E27FC236}">
                <a16:creationId xmlns:a16="http://schemas.microsoft.com/office/drawing/2014/main" id="{B4F729D4-B1F1-45F2-A06A-40234B19C883}"/>
              </a:ext>
            </a:extLst>
          </p:cNvPr>
          <p:cNvSpPr>
            <a:spLocks noGrp="1"/>
          </p:cNvSpPr>
          <p:nvPr>
            <p:ph type="body" sz="quarter" idx="17"/>
          </p:nvPr>
        </p:nvSpPr>
        <p:spPr>
          <a:xfrm>
            <a:off x="6397625"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0" name="Text Placeholder 9">
            <a:extLst>
              <a:ext uri="{FF2B5EF4-FFF2-40B4-BE49-F238E27FC236}">
                <a16:creationId xmlns:a16="http://schemas.microsoft.com/office/drawing/2014/main" id="{D1F896FB-325C-4849-B372-8DF0D6C0562C}"/>
              </a:ext>
            </a:extLst>
          </p:cNvPr>
          <p:cNvSpPr>
            <a:spLocks noGrp="1"/>
          </p:cNvSpPr>
          <p:nvPr>
            <p:ph type="body" sz="quarter" idx="15"/>
          </p:nvPr>
        </p:nvSpPr>
        <p:spPr>
          <a:xfrm>
            <a:off x="6397625" y="2084388"/>
            <a:ext cx="5219700" cy="1612749"/>
          </a:xfrm>
        </p:spPr>
        <p:txBody>
          <a:bodyPr>
            <a:spAutoFit/>
          </a:bodyPr>
          <a:lstStyle>
            <a:lvl1pPr marL="171450" indent="-171450">
              <a:defRPr lang="en-US" sz="2400" dirty="0"/>
            </a:lvl1pPr>
            <a:lvl2pPr marL="342900" indent="-171450">
              <a:defRPr lang="en-US" dirty="0"/>
            </a:lvl2pPr>
            <a:lvl3pPr marL="514350" indent="-171450">
              <a:defRPr lang="en-US" dirty="0"/>
            </a:lvl3pPr>
            <a:lvl4pPr marL="685800" indent="-136525">
              <a:defRPr lang="en-US" dirty="0"/>
            </a:lvl4pPr>
            <a:lvl5pPr marL="793750" indent="-120650">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4" name="Picture 3">
            <a:extLst>
              <a:ext uri="{FF2B5EF4-FFF2-40B4-BE49-F238E27FC236}">
                <a16:creationId xmlns:a16="http://schemas.microsoft.com/office/drawing/2014/main" id="{640F0E3A-8E11-B9E6-77DA-936F67762C0E}"/>
              </a:ext>
            </a:extLst>
          </p:cNvPr>
          <p:cNvPicPr>
            <a:picLocks noChangeAspect="1"/>
          </p:cNvPicPr>
          <p:nvPr userDrawn="1"/>
        </p:nvPicPr>
        <p:blipFill>
          <a:blip r:embed="rId3"/>
          <a:stretch>
            <a:fillRect/>
          </a:stretch>
        </p:blipFill>
        <p:spPr>
          <a:xfrm>
            <a:off x="9074692" y="6019257"/>
            <a:ext cx="1307016" cy="777986"/>
          </a:xfrm>
          <a:prstGeom prst="rect">
            <a:avLst/>
          </a:prstGeom>
        </p:spPr>
      </p:pic>
    </p:spTree>
    <p:extLst>
      <p:ext uri="{BB962C8B-B14F-4D97-AF65-F5344CB8AC3E}">
        <p14:creationId xmlns:p14="http://schemas.microsoft.com/office/powerpoint/2010/main" val="3886131084"/>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311">
          <p15:clr>
            <a:srgbClr val="5ACBF0"/>
          </p15:clr>
        </p15:guide>
        <p15:guide id="4" pos="3656">
          <p15:clr>
            <a:srgbClr val="5ACBF0"/>
          </p15:clr>
        </p15:guide>
        <p15:guide id="5" pos="4024">
          <p15:clr>
            <a:srgbClr val="5ACBF0"/>
          </p15:clr>
        </p15:guide>
        <p15:guide id="7" orient="horz" pos="905">
          <p15:clr>
            <a:srgbClr val="5ACBF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wo Column Content with Subhead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spAutoFit/>
          </a:bodyPr>
          <a:lstStyle>
            <a:lvl1pPr>
              <a:defRPr/>
            </a:lvl1pPr>
          </a:lstStyle>
          <a:p>
            <a:r>
              <a:rPr lang="en-US"/>
              <a:t>Click to edit Master title style</a:t>
            </a:r>
          </a:p>
        </p:txBody>
      </p:sp>
      <p:sp>
        <p:nvSpPr>
          <p:cNvPr id="18" name="Text Placeholder 11">
            <a:extLst>
              <a:ext uri="{FF2B5EF4-FFF2-40B4-BE49-F238E27FC236}">
                <a16:creationId xmlns:a16="http://schemas.microsoft.com/office/drawing/2014/main" id="{C2759870-0BEA-44DC-A414-1C70D04E35CC}"/>
              </a:ext>
            </a:extLst>
          </p:cNvPr>
          <p:cNvSpPr>
            <a:spLocks noGrp="1"/>
          </p:cNvSpPr>
          <p:nvPr>
            <p:ph type="body" sz="quarter" idx="16"/>
          </p:nvPr>
        </p:nvSpPr>
        <p:spPr>
          <a:xfrm>
            <a:off x="584200"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5" name="Content Placeholder 14">
            <a:extLst>
              <a:ext uri="{FF2B5EF4-FFF2-40B4-BE49-F238E27FC236}">
                <a16:creationId xmlns:a16="http://schemas.microsoft.com/office/drawing/2014/main" id="{BFEF95FA-F121-4653-B60A-0D068C345462}"/>
              </a:ext>
            </a:extLst>
          </p:cNvPr>
          <p:cNvSpPr>
            <a:spLocks noGrp="1"/>
          </p:cNvSpPr>
          <p:nvPr>
            <p:ph sz="quarter" idx="11"/>
          </p:nvPr>
        </p:nvSpPr>
        <p:spPr>
          <a:xfrm>
            <a:off x="588963" y="2081212"/>
            <a:ext cx="5214937" cy="4187825"/>
          </a:xfrm>
        </p:spPr>
        <p:txBody>
          <a:bodyPr/>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Text Placeholder 11">
            <a:extLst>
              <a:ext uri="{FF2B5EF4-FFF2-40B4-BE49-F238E27FC236}">
                <a16:creationId xmlns:a16="http://schemas.microsoft.com/office/drawing/2014/main" id="{C327262A-D327-4189-AD22-BAD67CF4AB79}"/>
              </a:ext>
            </a:extLst>
          </p:cNvPr>
          <p:cNvSpPr>
            <a:spLocks noGrp="1"/>
          </p:cNvSpPr>
          <p:nvPr>
            <p:ph type="body" sz="quarter" idx="17"/>
          </p:nvPr>
        </p:nvSpPr>
        <p:spPr>
          <a:xfrm>
            <a:off x="6397625"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7" name="Content Placeholder 14">
            <a:extLst>
              <a:ext uri="{FF2B5EF4-FFF2-40B4-BE49-F238E27FC236}">
                <a16:creationId xmlns:a16="http://schemas.microsoft.com/office/drawing/2014/main" id="{47F8EAA9-0E64-4589-A234-BC31685BE7D3}"/>
              </a:ext>
            </a:extLst>
          </p:cNvPr>
          <p:cNvSpPr>
            <a:spLocks noGrp="1"/>
          </p:cNvSpPr>
          <p:nvPr>
            <p:ph sz="quarter" idx="13"/>
          </p:nvPr>
        </p:nvSpPr>
        <p:spPr>
          <a:xfrm>
            <a:off x="6394451" y="2081212"/>
            <a:ext cx="5214937" cy="4187825"/>
          </a:xfrm>
        </p:spPr>
        <p:txBody>
          <a:bodyPr/>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Box 2">
            <a:extLst>
              <a:ext uri="{FF2B5EF4-FFF2-40B4-BE49-F238E27FC236}">
                <a16:creationId xmlns:a16="http://schemas.microsoft.com/office/drawing/2014/main" id="{CFADFBB8-E1C1-D5AB-8154-CBA2D9EFB6B9}"/>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pic>
        <p:nvPicPr>
          <p:cNvPr id="5" name="Picture 4">
            <a:extLst>
              <a:ext uri="{FF2B5EF4-FFF2-40B4-BE49-F238E27FC236}">
                <a16:creationId xmlns:a16="http://schemas.microsoft.com/office/drawing/2014/main" id="{413BDD84-7211-1C60-C033-22B94D883080}"/>
              </a:ext>
            </a:extLst>
          </p:cNvPr>
          <p:cNvPicPr>
            <a:picLocks noChangeAspect="1"/>
          </p:cNvPicPr>
          <p:nvPr userDrawn="1"/>
        </p:nvPicPr>
        <p:blipFill>
          <a:blip r:embed="rId3"/>
          <a:stretch>
            <a:fillRect/>
          </a:stretch>
        </p:blipFill>
        <p:spPr>
          <a:xfrm>
            <a:off x="9074692" y="6019257"/>
            <a:ext cx="1307016" cy="777986"/>
          </a:xfrm>
          <a:prstGeom prst="rect">
            <a:avLst/>
          </a:prstGeom>
        </p:spPr>
      </p:pic>
    </p:spTree>
    <p:extLst>
      <p:ext uri="{BB962C8B-B14F-4D97-AF65-F5344CB8AC3E}">
        <p14:creationId xmlns:p14="http://schemas.microsoft.com/office/powerpoint/2010/main" val="1656897228"/>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311">
          <p15:clr>
            <a:srgbClr val="5ACBF0"/>
          </p15:clr>
        </p15:guide>
        <p15:guide id="4" pos="3656">
          <p15:clr>
            <a:srgbClr val="5ACBF0"/>
          </p15:clr>
        </p15:guide>
        <p15:guide id="5" pos="4024">
          <p15:clr>
            <a:srgbClr val="5ACBF0"/>
          </p15:clr>
        </p15:guide>
        <p15:guide id="7" orient="horz" pos="905">
          <p15:clr>
            <a:srgbClr val="5ACBF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hree Column Bullet with Subtitle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60F77E-464D-46F7-A8F8-6F281DAB0C7A}"/>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
        <p:nvSpPr>
          <p:cNvPr id="19" name="Text Placeholder 11">
            <a:extLst>
              <a:ext uri="{FF2B5EF4-FFF2-40B4-BE49-F238E27FC236}">
                <a16:creationId xmlns:a16="http://schemas.microsoft.com/office/drawing/2014/main" id="{CB20F198-3776-433D-85A8-C2B6AC6235FF}"/>
              </a:ext>
            </a:extLst>
          </p:cNvPr>
          <p:cNvSpPr>
            <a:spLocks noGrp="1"/>
          </p:cNvSpPr>
          <p:nvPr>
            <p:ph type="body" sz="quarter" idx="16"/>
          </p:nvPr>
        </p:nvSpPr>
        <p:spPr>
          <a:xfrm>
            <a:off x="585217"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0" name="Text Placeholder 7">
            <a:extLst>
              <a:ext uri="{FF2B5EF4-FFF2-40B4-BE49-F238E27FC236}">
                <a16:creationId xmlns:a16="http://schemas.microsoft.com/office/drawing/2014/main" id="{97BC59AA-6CF8-4091-8008-21AA9AD8E8B5}"/>
              </a:ext>
            </a:extLst>
          </p:cNvPr>
          <p:cNvSpPr>
            <a:spLocks noGrp="1"/>
          </p:cNvSpPr>
          <p:nvPr>
            <p:ph type="body" sz="quarter" idx="14"/>
          </p:nvPr>
        </p:nvSpPr>
        <p:spPr>
          <a:xfrm>
            <a:off x="585217" y="2390775"/>
            <a:ext cx="3264408" cy="1760482"/>
          </a:xfrm>
        </p:spPr>
        <p:txBody>
          <a:bodyPr wrap="square">
            <a:spAutoFit/>
          </a:bodyPr>
          <a:lstStyle>
            <a:lvl1pPr marL="176213" indent="-176213">
              <a:defRPr lang="en-US" sz="2000" dirty="0"/>
            </a:lvl1pPr>
            <a:lvl2pPr marL="322263" indent="-150813">
              <a:defRPr lang="en-US" sz="1800" dirty="0"/>
            </a:lvl2pPr>
            <a:lvl3pPr marL="466725" indent="-138113">
              <a:defRPr lang="en-US" dirty="0"/>
            </a:lvl3pPr>
            <a:lvl4pPr marL="595313" indent="-128588">
              <a:defRPr lang="en-US" dirty="0"/>
            </a:lvl4pPr>
            <a:lvl5pPr marL="731838" indent="-1222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ext Placeholder 11">
            <a:extLst>
              <a:ext uri="{FF2B5EF4-FFF2-40B4-BE49-F238E27FC236}">
                <a16:creationId xmlns:a16="http://schemas.microsoft.com/office/drawing/2014/main" id="{BECED387-BA3E-49B2-8F1E-0E371E09E0A4}"/>
              </a:ext>
            </a:extLst>
          </p:cNvPr>
          <p:cNvSpPr>
            <a:spLocks noGrp="1"/>
          </p:cNvSpPr>
          <p:nvPr>
            <p:ph type="body" sz="quarter" idx="17"/>
          </p:nvPr>
        </p:nvSpPr>
        <p:spPr>
          <a:xfrm>
            <a:off x="4463796"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2" name="Text Placeholder 9">
            <a:extLst>
              <a:ext uri="{FF2B5EF4-FFF2-40B4-BE49-F238E27FC236}">
                <a16:creationId xmlns:a16="http://schemas.microsoft.com/office/drawing/2014/main" id="{6B26A1CD-81F9-4C2F-896F-E69757C6658C}"/>
              </a:ext>
            </a:extLst>
          </p:cNvPr>
          <p:cNvSpPr>
            <a:spLocks noGrp="1"/>
          </p:cNvSpPr>
          <p:nvPr>
            <p:ph type="body" sz="quarter" idx="15"/>
          </p:nvPr>
        </p:nvSpPr>
        <p:spPr>
          <a:xfrm>
            <a:off x="4463796" y="2384135"/>
            <a:ext cx="3264408" cy="1760482"/>
          </a:xfrm>
        </p:spPr>
        <p:txBody>
          <a:bodyPr wrap="square">
            <a:spAutoFit/>
          </a:bodyPr>
          <a:lstStyle>
            <a:lvl1pPr marL="176213" indent="-176213">
              <a:defRPr lang="en-US" sz="2000" dirty="0"/>
            </a:lvl1pPr>
            <a:lvl2pPr marL="398463" indent="-169863">
              <a:defRPr lang="en-US" sz="1800" dirty="0"/>
            </a:lvl2pPr>
            <a:lvl3pPr marL="555625" indent="-157163">
              <a:defRPr lang="en-US" dirty="0"/>
            </a:lvl3pPr>
            <a:lvl4pPr marL="685800" indent="-136525">
              <a:defRPr lang="en-US" dirty="0"/>
            </a:lvl4pPr>
            <a:lvl5pPr marL="800100" indent="-111125">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ext Placeholder 11">
            <a:extLst>
              <a:ext uri="{FF2B5EF4-FFF2-40B4-BE49-F238E27FC236}">
                <a16:creationId xmlns:a16="http://schemas.microsoft.com/office/drawing/2014/main" id="{79263A4B-A9A8-4CE5-96A8-6F6EC365E512}"/>
              </a:ext>
            </a:extLst>
          </p:cNvPr>
          <p:cNvSpPr>
            <a:spLocks noGrp="1"/>
          </p:cNvSpPr>
          <p:nvPr>
            <p:ph type="body" sz="quarter" idx="18"/>
          </p:nvPr>
        </p:nvSpPr>
        <p:spPr>
          <a:xfrm>
            <a:off x="8342375"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4" name="Text Placeholder 7">
            <a:extLst>
              <a:ext uri="{FF2B5EF4-FFF2-40B4-BE49-F238E27FC236}">
                <a16:creationId xmlns:a16="http://schemas.microsoft.com/office/drawing/2014/main" id="{2205743D-F71A-4647-9BE4-2900BDA2582B}"/>
              </a:ext>
            </a:extLst>
          </p:cNvPr>
          <p:cNvSpPr>
            <a:spLocks noGrp="1"/>
          </p:cNvSpPr>
          <p:nvPr>
            <p:ph type="body" sz="quarter" idx="19"/>
          </p:nvPr>
        </p:nvSpPr>
        <p:spPr>
          <a:xfrm>
            <a:off x="8342375" y="2390775"/>
            <a:ext cx="3264408" cy="1760482"/>
          </a:xfrm>
        </p:spPr>
        <p:txBody>
          <a:bodyPr wrap="square">
            <a:spAutoFit/>
          </a:bodyPr>
          <a:lstStyle>
            <a:lvl1pPr marL="176213" indent="-176213">
              <a:defRPr lang="en-US" sz="2000" dirty="0"/>
            </a:lvl1pPr>
            <a:lvl2pPr marL="398463" indent="-169863">
              <a:defRPr lang="en-US" sz="1800" dirty="0"/>
            </a:lvl2pPr>
            <a:lvl3pPr marL="555625" indent="-157163">
              <a:defRPr lang="en-US" dirty="0"/>
            </a:lvl3pPr>
            <a:lvl4pPr marL="685800" indent="-136525">
              <a:defRPr lang="en-US" dirty="0"/>
            </a:lvl4pPr>
            <a:lvl5pPr marL="800100" indent="-111125">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4" name="Picture 3">
            <a:extLst>
              <a:ext uri="{FF2B5EF4-FFF2-40B4-BE49-F238E27FC236}">
                <a16:creationId xmlns:a16="http://schemas.microsoft.com/office/drawing/2014/main" id="{FD929F23-BA9E-B0CC-0E0B-57A879219BA6}"/>
              </a:ext>
            </a:extLst>
          </p:cNvPr>
          <p:cNvPicPr>
            <a:picLocks noChangeAspect="1"/>
          </p:cNvPicPr>
          <p:nvPr userDrawn="1"/>
        </p:nvPicPr>
        <p:blipFill>
          <a:blip r:embed="rId3"/>
          <a:stretch>
            <a:fillRect/>
          </a:stretch>
        </p:blipFill>
        <p:spPr>
          <a:xfrm>
            <a:off x="9074692" y="6019257"/>
            <a:ext cx="1307016" cy="777986"/>
          </a:xfrm>
          <a:prstGeom prst="rect">
            <a:avLst/>
          </a:prstGeom>
        </p:spPr>
      </p:pic>
    </p:spTree>
    <p:extLst>
      <p:ext uri="{BB962C8B-B14F-4D97-AF65-F5344CB8AC3E}">
        <p14:creationId xmlns:p14="http://schemas.microsoft.com/office/powerpoint/2010/main" val="3077113435"/>
      </p:ext>
    </p:extLst>
  </p:cSld>
  <p:clrMapOvr>
    <a:masterClrMapping/>
  </p:clrMapOvr>
  <p:transition>
    <p:fade/>
  </p:transition>
  <p:extLst>
    <p:ext uri="{DCECCB84-F9BA-43D5-87BE-67443E8EF086}">
      <p15:sldGuideLst xmlns:p15="http://schemas.microsoft.com/office/powerpoint/2012/main">
        <p15:guide id="3" orient="horz" pos="1506">
          <p15:clr>
            <a:srgbClr val="5ACBF0"/>
          </p15:clr>
        </p15:guide>
        <p15:guide id="4" orient="horz" pos="906">
          <p15:clr>
            <a:srgbClr val="5ACBF0"/>
          </p15:clr>
        </p15:guide>
        <p15:guide id="5" orient="horz" pos="288">
          <p15:clr>
            <a:srgbClr val="5ACBF0"/>
          </p15:clr>
        </p15:guide>
        <p15:guide id="6" pos="2430">
          <p15:clr>
            <a:srgbClr val="5ACBF0"/>
          </p15:clr>
        </p15:guide>
        <p15:guide id="7" pos="2811">
          <p15:clr>
            <a:srgbClr val="5ACBF0"/>
          </p15:clr>
        </p15:guide>
        <p15:guide id="8" pos="4871">
          <p15:clr>
            <a:srgbClr val="5ACBF0"/>
          </p15:clr>
        </p15:guide>
        <p15:guide id="9" pos="5251">
          <p15:clr>
            <a:srgbClr val="5ACBF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Four Column Bullet with Subtitle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
        <p:nvSpPr>
          <p:cNvPr id="22" name="Text Placeholder 11">
            <a:extLst>
              <a:ext uri="{FF2B5EF4-FFF2-40B4-BE49-F238E27FC236}">
                <a16:creationId xmlns:a16="http://schemas.microsoft.com/office/drawing/2014/main" id="{92783506-927E-48F7-8EFC-36257F3E2812}"/>
              </a:ext>
            </a:extLst>
          </p:cNvPr>
          <p:cNvSpPr>
            <a:spLocks noGrp="1"/>
          </p:cNvSpPr>
          <p:nvPr>
            <p:ph type="body" sz="quarter" idx="16"/>
          </p:nvPr>
        </p:nvSpPr>
        <p:spPr>
          <a:xfrm>
            <a:off x="584200" y="1438275"/>
            <a:ext cx="2532063"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3" name="Text Placeholder 7">
            <a:extLst>
              <a:ext uri="{FF2B5EF4-FFF2-40B4-BE49-F238E27FC236}">
                <a16:creationId xmlns:a16="http://schemas.microsoft.com/office/drawing/2014/main" id="{FB6093D3-3EDF-4A80-8450-C5EBB1990775}"/>
              </a:ext>
            </a:extLst>
          </p:cNvPr>
          <p:cNvSpPr>
            <a:spLocks noGrp="1"/>
          </p:cNvSpPr>
          <p:nvPr>
            <p:ph type="body" sz="quarter" idx="14"/>
          </p:nvPr>
        </p:nvSpPr>
        <p:spPr>
          <a:xfrm>
            <a:off x="584200" y="228311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11">
            <a:extLst>
              <a:ext uri="{FF2B5EF4-FFF2-40B4-BE49-F238E27FC236}">
                <a16:creationId xmlns:a16="http://schemas.microsoft.com/office/drawing/2014/main" id="{438D2C80-6884-451D-8D7D-B69022CCC5C4}"/>
              </a:ext>
            </a:extLst>
          </p:cNvPr>
          <p:cNvSpPr>
            <a:spLocks noGrp="1"/>
          </p:cNvSpPr>
          <p:nvPr>
            <p:ph type="body" sz="quarter" idx="17"/>
          </p:nvPr>
        </p:nvSpPr>
        <p:spPr>
          <a:xfrm>
            <a:off x="3413125" y="1438275"/>
            <a:ext cx="2533650"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5" name="Text Placeholder 9">
            <a:extLst>
              <a:ext uri="{FF2B5EF4-FFF2-40B4-BE49-F238E27FC236}">
                <a16:creationId xmlns:a16="http://schemas.microsoft.com/office/drawing/2014/main" id="{7614A884-0AD6-4A85-A432-2B13E7464DA9}"/>
              </a:ext>
            </a:extLst>
          </p:cNvPr>
          <p:cNvSpPr>
            <a:spLocks noGrp="1"/>
          </p:cNvSpPr>
          <p:nvPr>
            <p:ph type="body" sz="quarter" idx="15"/>
          </p:nvPr>
        </p:nvSpPr>
        <p:spPr>
          <a:xfrm>
            <a:off x="3413125" y="227647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Text Placeholder 11">
            <a:extLst>
              <a:ext uri="{FF2B5EF4-FFF2-40B4-BE49-F238E27FC236}">
                <a16:creationId xmlns:a16="http://schemas.microsoft.com/office/drawing/2014/main" id="{7D8FFDED-9FE5-4D94-8EB0-7D645C10FBFF}"/>
              </a:ext>
            </a:extLst>
          </p:cNvPr>
          <p:cNvSpPr>
            <a:spLocks noGrp="1"/>
          </p:cNvSpPr>
          <p:nvPr>
            <p:ph type="body" sz="quarter" idx="18"/>
          </p:nvPr>
        </p:nvSpPr>
        <p:spPr>
          <a:xfrm>
            <a:off x="6244208" y="1438275"/>
            <a:ext cx="2532063"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7" name="Text Placeholder 7">
            <a:extLst>
              <a:ext uri="{FF2B5EF4-FFF2-40B4-BE49-F238E27FC236}">
                <a16:creationId xmlns:a16="http://schemas.microsoft.com/office/drawing/2014/main" id="{D429D954-9297-44FA-B7BD-56586012419C}"/>
              </a:ext>
            </a:extLst>
          </p:cNvPr>
          <p:cNvSpPr>
            <a:spLocks noGrp="1"/>
          </p:cNvSpPr>
          <p:nvPr>
            <p:ph type="body" sz="quarter" idx="19"/>
          </p:nvPr>
        </p:nvSpPr>
        <p:spPr>
          <a:xfrm>
            <a:off x="6244208" y="228311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Text Placeholder 11">
            <a:extLst>
              <a:ext uri="{FF2B5EF4-FFF2-40B4-BE49-F238E27FC236}">
                <a16:creationId xmlns:a16="http://schemas.microsoft.com/office/drawing/2014/main" id="{04D43B0D-50F8-4F63-AFA3-34A46F42E816}"/>
              </a:ext>
            </a:extLst>
          </p:cNvPr>
          <p:cNvSpPr>
            <a:spLocks noGrp="1"/>
          </p:cNvSpPr>
          <p:nvPr>
            <p:ph type="body" sz="quarter" idx="20"/>
          </p:nvPr>
        </p:nvSpPr>
        <p:spPr>
          <a:xfrm>
            <a:off x="9073133" y="1438275"/>
            <a:ext cx="2533650"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9" name="Text Placeholder 9">
            <a:extLst>
              <a:ext uri="{FF2B5EF4-FFF2-40B4-BE49-F238E27FC236}">
                <a16:creationId xmlns:a16="http://schemas.microsoft.com/office/drawing/2014/main" id="{804CEFDA-6A6F-42D3-B65C-4BE1054C905E}"/>
              </a:ext>
            </a:extLst>
          </p:cNvPr>
          <p:cNvSpPr>
            <a:spLocks noGrp="1"/>
          </p:cNvSpPr>
          <p:nvPr>
            <p:ph type="body" sz="quarter" idx="21"/>
          </p:nvPr>
        </p:nvSpPr>
        <p:spPr>
          <a:xfrm>
            <a:off x="9073133" y="227647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4" name="Picture 3">
            <a:extLst>
              <a:ext uri="{FF2B5EF4-FFF2-40B4-BE49-F238E27FC236}">
                <a16:creationId xmlns:a16="http://schemas.microsoft.com/office/drawing/2014/main" id="{759B869F-282F-B18A-F8BC-B8285FB6D964}"/>
              </a:ext>
            </a:extLst>
          </p:cNvPr>
          <p:cNvPicPr>
            <a:picLocks noChangeAspect="1"/>
          </p:cNvPicPr>
          <p:nvPr userDrawn="1"/>
        </p:nvPicPr>
        <p:blipFill>
          <a:blip r:embed="rId3"/>
          <a:stretch>
            <a:fillRect/>
          </a:stretch>
        </p:blipFill>
        <p:spPr>
          <a:xfrm>
            <a:off x="9074692" y="6019257"/>
            <a:ext cx="1307016" cy="777986"/>
          </a:xfrm>
          <a:prstGeom prst="rect">
            <a:avLst/>
          </a:prstGeom>
        </p:spPr>
      </p:pic>
    </p:spTree>
    <p:extLst>
      <p:ext uri="{BB962C8B-B14F-4D97-AF65-F5344CB8AC3E}">
        <p14:creationId xmlns:p14="http://schemas.microsoft.com/office/powerpoint/2010/main" val="1045265676"/>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1436">
          <p15:clr>
            <a:srgbClr val="5ACBF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Five Column Bullet with Subtitle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
        <p:nvSpPr>
          <p:cNvPr id="22" name="Text Placeholder 11">
            <a:extLst>
              <a:ext uri="{FF2B5EF4-FFF2-40B4-BE49-F238E27FC236}">
                <a16:creationId xmlns:a16="http://schemas.microsoft.com/office/drawing/2014/main" id="{92783506-927E-48F7-8EFC-36257F3E2812}"/>
              </a:ext>
            </a:extLst>
          </p:cNvPr>
          <p:cNvSpPr>
            <a:spLocks noGrp="1"/>
          </p:cNvSpPr>
          <p:nvPr>
            <p:ph type="body" sz="quarter" idx="16" hasCustomPrompt="1"/>
          </p:nvPr>
        </p:nvSpPr>
        <p:spPr>
          <a:xfrm>
            <a:off x="584200"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3" name="Text Placeholder 7">
            <a:extLst>
              <a:ext uri="{FF2B5EF4-FFF2-40B4-BE49-F238E27FC236}">
                <a16:creationId xmlns:a16="http://schemas.microsoft.com/office/drawing/2014/main" id="{FB6093D3-3EDF-4A80-8450-C5EBB1990775}"/>
              </a:ext>
            </a:extLst>
          </p:cNvPr>
          <p:cNvSpPr>
            <a:spLocks noGrp="1"/>
          </p:cNvSpPr>
          <p:nvPr>
            <p:ph type="body" sz="quarter" idx="14"/>
          </p:nvPr>
        </p:nvSpPr>
        <p:spPr>
          <a:xfrm>
            <a:off x="584200" y="228311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11">
            <a:extLst>
              <a:ext uri="{FF2B5EF4-FFF2-40B4-BE49-F238E27FC236}">
                <a16:creationId xmlns:a16="http://schemas.microsoft.com/office/drawing/2014/main" id="{438D2C80-6884-451D-8D7D-B69022CCC5C4}"/>
              </a:ext>
            </a:extLst>
          </p:cNvPr>
          <p:cNvSpPr>
            <a:spLocks noGrp="1"/>
          </p:cNvSpPr>
          <p:nvPr>
            <p:ph type="body" sz="quarter" idx="17" hasCustomPrompt="1"/>
          </p:nvPr>
        </p:nvSpPr>
        <p:spPr>
          <a:xfrm>
            <a:off x="2849007"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5" name="Text Placeholder 9">
            <a:extLst>
              <a:ext uri="{FF2B5EF4-FFF2-40B4-BE49-F238E27FC236}">
                <a16:creationId xmlns:a16="http://schemas.microsoft.com/office/drawing/2014/main" id="{7614A884-0AD6-4A85-A432-2B13E7464DA9}"/>
              </a:ext>
            </a:extLst>
          </p:cNvPr>
          <p:cNvSpPr>
            <a:spLocks noGrp="1"/>
          </p:cNvSpPr>
          <p:nvPr>
            <p:ph type="body" sz="quarter" idx="15"/>
          </p:nvPr>
        </p:nvSpPr>
        <p:spPr>
          <a:xfrm>
            <a:off x="2849007" y="227647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Text Placeholder 11">
            <a:extLst>
              <a:ext uri="{FF2B5EF4-FFF2-40B4-BE49-F238E27FC236}">
                <a16:creationId xmlns:a16="http://schemas.microsoft.com/office/drawing/2014/main" id="{7D8FFDED-9FE5-4D94-8EB0-7D645C10FBFF}"/>
              </a:ext>
            </a:extLst>
          </p:cNvPr>
          <p:cNvSpPr>
            <a:spLocks noGrp="1"/>
          </p:cNvSpPr>
          <p:nvPr>
            <p:ph type="body" sz="quarter" idx="18" hasCustomPrompt="1"/>
          </p:nvPr>
        </p:nvSpPr>
        <p:spPr>
          <a:xfrm>
            <a:off x="5113814"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7" name="Text Placeholder 7">
            <a:extLst>
              <a:ext uri="{FF2B5EF4-FFF2-40B4-BE49-F238E27FC236}">
                <a16:creationId xmlns:a16="http://schemas.microsoft.com/office/drawing/2014/main" id="{D429D954-9297-44FA-B7BD-56586012419C}"/>
              </a:ext>
            </a:extLst>
          </p:cNvPr>
          <p:cNvSpPr>
            <a:spLocks noGrp="1"/>
          </p:cNvSpPr>
          <p:nvPr>
            <p:ph type="body" sz="quarter" idx="19"/>
          </p:nvPr>
        </p:nvSpPr>
        <p:spPr>
          <a:xfrm>
            <a:off x="5113814" y="228311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Text Placeholder 11">
            <a:extLst>
              <a:ext uri="{FF2B5EF4-FFF2-40B4-BE49-F238E27FC236}">
                <a16:creationId xmlns:a16="http://schemas.microsoft.com/office/drawing/2014/main" id="{04D43B0D-50F8-4F63-AFA3-34A46F42E816}"/>
              </a:ext>
            </a:extLst>
          </p:cNvPr>
          <p:cNvSpPr>
            <a:spLocks noGrp="1"/>
          </p:cNvSpPr>
          <p:nvPr>
            <p:ph type="body" sz="quarter" idx="20" hasCustomPrompt="1"/>
          </p:nvPr>
        </p:nvSpPr>
        <p:spPr>
          <a:xfrm>
            <a:off x="7378621"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9" name="Text Placeholder 9">
            <a:extLst>
              <a:ext uri="{FF2B5EF4-FFF2-40B4-BE49-F238E27FC236}">
                <a16:creationId xmlns:a16="http://schemas.microsoft.com/office/drawing/2014/main" id="{804CEFDA-6A6F-42D3-B65C-4BE1054C905E}"/>
              </a:ext>
            </a:extLst>
          </p:cNvPr>
          <p:cNvSpPr>
            <a:spLocks noGrp="1"/>
          </p:cNvSpPr>
          <p:nvPr>
            <p:ph type="body" sz="quarter" idx="21"/>
          </p:nvPr>
        </p:nvSpPr>
        <p:spPr>
          <a:xfrm>
            <a:off x="7378621" y="227647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11">
            <a:extLst>
              <a:ext uri="{FF2B5EF4-FFF2-40B4-BE49-F238E27FC236}">
                <a16:creationId xmlns:a16="http://schemas.microsoft.com/office/drawing/2014/main" id="{540485AC-5036-400C-92C3-D3E9EC0252BC}"/>
              </a:ext>
            </a:extLst>
          </p:cNvPr>
          <p:cNvSpPr>
            <a:spLocks noGrp="1"/>
          </p:cNvSpPr>
          <p:nvPr>
            <p:ph type="body" sz="quarter" idx="22" hasCustomPrompt="1"/>
          </p:nvPr>
        </p:nvSpPr>
        <p:spPr>
          <a:xfrm>
            <a:off x="9643428"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12" name="Text Placeholder 9">
            <a:extLst>
              <a:ext uri="{FF2B5EF4-FFF2-40B4-BE49-F238E27FC236}">
                <a16:creationId xmlns:a16="http://schemas.microsoft.com/office/drawing/2014/main" id="{F90290A2-7689-4DF5-971A-36C2D9173411}"/>
              </a:ext>
            </a:extLst>
          </p:cNvPr>
          <p:cNvSpPr>
            <a:spLocks noGrp="1"/>
          </p:cNvSpPr>
          <p:nvPr>
            <p:ph type="body" sz="quarter" idx="23"/>
          </p:nvPr>
        </p:nvSpPr>
        <p:spPr>
          <a:xfrm>
            <a:off x="9643428" y="227647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4" name="Picture 3">
            <a:extLst>
              <a:ext uri="{FF2B5EF4-FFF2-40B4-BE49-F238E27FC236}">
                <a16:creationId xmlns:a16="http://schemas.microsoft.com/office/drawing/2014/main" id="{3DB69B6A-11F3-C1B6-1EDA-3135281B3EEF}"/>
              </a:ext>
            </a:extLst>
          </p:cNvPr>
          <p:cNvPicPr>
            <a:picLocks noChangeAspect="1"/>
          </p:cNvPicPr>
          <p:nvPr userDrawn="1"/>
        </p:nvPicPr>
        <p:blipFill>
          <a:blip r:embed="rId3"/>
          <a:stretch>
            <a:fillRect/>
          </a:stretch>
        </p:blipFill>
        <p:spPr>
          <a:xfrm>
            <a:off x="9074692" y="6019257"/>
            <a:ext cx="1307016" cy="777986"/>
          </a:xfrm>
          <a:prstGeom prst="rect">
            <a:avLst/>
          </a:prstGeom>
        </p:spPr>
      </p:pic>
    </p:spTree>
    <p:extLst>
      <p:ext uri="{BB962C8B-B14F-4D97-AF65-F5344CB8AC3E}">
        <p14:creationId xmlns:p14="http://schemas.microsoft.com/office/powerpoint/2010/main" val="580324421"/>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610">
          <p15:clr>
            <a:srgbClr val="5ACBF0"/>
          </p15:clr>
        </p15:guide>
        <p15:guide id="7" pos="1795">
          <p15:clr>
            <a:srgbClr val="5ACBF0"/>
          </p15:clr>
        </p15:guide>
        <p15:guide id="8" pos="3035">
          <p15:clr>
            <a:srgbClr val="5ACBF0"/>
          </p15:clr>
        </p15:guide>
        <p15:guide id="9" pos="3221">
          <p15:clr>
            <a:srgbClr val="5ACBF0"/>
          </p15:clr>
        </p15:guide>
        <p15:guide id="10" pos="4461">
          <p15:clr>
            <a:srgbClr val="5ACBF0"/>
          </p15:clr>
        </p15:guide>
        <p15:guide id="11" pos="5890">
          <p15:clr>
            <a:srgbClr val="5ACBF0"/>
          </p15:clr>
        </p15:guide>
        <p15:guide id="12" orient="horz" pos="1436">
          <p15:clr>
            <a:srgbClr val="5ACBF0"/>
          </p15:clr>
        </p15:guide>
        <p15:guide id="13" pos="4646">
          <p15:clr>
            <a:srgbClr val="5ACBF0"/>
          </p15:clr>
        </p15:guide>
        <p15:guide id="14" pos="6072">
          <p15:clr>
            <a:srgbClr val="5ACBF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itle Only">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p>
        </p:txBody>
      </p:sp>
      <p:pic>
        <p:nvPicPr>
          <p:cNvPr id="4" name="Picture 3">
            <a:extLst>
              <a:ext uri="{FF2B5EF4-FFF2-40B4-BE49-F238E27FC236}">
                <a16:creationId xmlns:a16="http://schemas.microsoft.com/office/drawing/2014/main" id="{8C23ABDE-B02A-3F1E-AA58-463ED4C21B39}"/>
              </a:ext>
            </a:extLst>
          </p:cNvPr>
          <p:cNvPicPr>
            <a:picLocks noChangeAspect="1"/>
          </p:cNvPicPr>
          <p:nvPr userDrawn="1"/>
        </p:nvPicPr>
        <p:blipFill>
          <a:blip r:embed="rId3"/>
          <a:stretch>
            <a:fillRect/>
          </a:stretch>
        </p:blipFill>
        <p:spPr>
          <a:xfrm>
            <a:off x="9074692" y="6019257"/>
            <a:ext cx="1307016" cy="777986"/>
          </a:xfrm>
          <a:prstGeom prst="rect">
            <a:avLst/>
          </a:prstGeom>
        </p:spPr>
      </p:pic>
    </p:spTree>
    <p:extLst>
      <p:ext uri="{BB962C8B-B14F-4D97-AF65-F5344CB8AC3E}">
        <p14:creationId xmlns:p14="http://schemas.microsoft.com/office/powerpoint/2010/main" val="2103172527"/>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itle Only - left side ">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88264" y="2875002"/>
            <a:ext cx="4127692" cy="1107996"/>
          </a:xfrm>
        </p:spPr>
        <p:txBody>
          <a:bodyPr wrap="square" anchor="ctr">
            <a:spAutoFit/>
          </a:bodyPr>
          <a:lstStyle/>
          <a:p>
            <a:r>
              <a:rPr lang="en-US"/>
              <a:t>Click to edit Master title style</a:t>
            </a:r>
          </a:p>
        </p:txBody>
      </p:sp>
      <p:pic>
        <p:nvPicPr>
          <p:cNvPr id="4" name="Picture 3">
            <a:extLst>
              <a:ext uri="{FF2B5EF4-FFF2-40B4-BE49-F238E27FC236}">
                <a16:creationId xmlns:a16="http://schemas.microsoft.com/office/drawing/2014/main" id="{318741BF-D9C2-1181-68EA-8EDB6ACA62A3}"/>
              </a:ext>
            </a:extLst>
          </p:cNvPr>
          <p:cNvPicPr>
            <a:picLocks noChangeAspect="1"/>
          </p:cNvPicPr>
          <p:nvPr userDrawn="1"/>
        </p:nvPicPr>
        <p:blipFill>
          <a:blip r:embed="rId3"/>
          <a:stretch>
            <a:fillRect/>
          </a:stretch>
        </p:blipFill>
        <p:spPr>
          <a:xfrm>
            <a:off x="9074692" y="6019257"/>
            <a:ext cx="1307016" cy="777986"/>
          </a:xfrm>
          <a:prstGeom prst="rect">
            <a:avLst/>
          </a:prstGeom>
        </p:spPr>
      </p:pic>
    </p:spTree>
    <p:extLst>
      <p:ext uri="{BB962C8B-B14F-4D97-AF65-F5344CB8AC3E}">
        <p14:creationId xmlns:p14="http://schemas.microsoft.com/office/powerpoint/2010/main" val="4281626746"/>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30" orient="horz" pos="288">
          <p15:clr>
            <a:srgbClr val="5ACBF0"/>
          </p15:clr>
        </p15:guide>
        <p15:guide id="32" orient="horz" pos="2160">
          <p15:clr>
            <a:srgbClr val="5ACBF0"/>
          </p15:clr>
        </p15:guide>
        <p15:guide id="33" pos="2976">
          <p15:clr>
            <a:srgbClr val="5ACBF0"/>
          </p15:clr>
        </p15:guide>
        <p15:guide id="34" pos="3336">
          <p15:clr>
            <a:srgbClr val="5ACBF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mall title - half p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4B2500C4-B436-4E3A-8A91-A02448A774DB}"/>
              </a:ext>
            </a:extLst>
          </p:cNvPr>
          <p:cNvSpPr>
            <a:spLocks noGrp="1"/>
          </p:cNvSpPr>
          <p:nvPr>
            <p:ph type="title"/>
          </p:nvPr>
        </p:nvSpPr>
        <p:spPr>
          <a:xfrm>
            <a:off x="584200" y="457200"/>
            <a:ext cx="5508419" cy="372410"/>
          </a:xfrm>
        </p:spPr>
        <p:txBody>
          <a:bodyPr tIns="64008"/>
          <a:lstStyle>
            <a:lvl1pPr>
              <a:defRPr sz="2000" spc="0">
                <a:latin typeface="+mj-lt"/>
                <a:cs typeface="Segoe UI" panose="020B0502040204020203" pitchFamily="34" charset="0"/>
              </a:defRPr>
            </a:lvl1pPr>
          </a:lstStyle>
          <a:p>
            <a:r>
              <a:rPr lang="en-US"/>
              <a:t>Click to edit Master title style</a:t>
            </a:r>
          </a:p>
        </p:txBody>
      </p:sp>
      <p:pic>
        <p:nvPicPr>
          <p:cNvPr id="4" name="Picture 3">
            <a:extLst>
              <a:ext uri="{FF2B5EF4-FFF2-40B4-BE49-F238E27FC236}">
                <a16:creationId xmlns:a16="http://schemas.microsoft.com/office/drawing/2014/main" id="{836D453B-3073-58F7-694F-9512BD804CC1}"/>
              </a:ext>
            </a:extLst>
          </p:cNvPr>
          <p:cNvPicPr>
            <a:picLocks noChangeAspect="1"/>
          </p:cNvPicPr>
          <p:nvPr userDrawn="1"/>
        </p:nvPicPr>
        <p:blipFill>
          <a:blip r:embed="rId3"/>
          <a:stretch>
            <a:fillRect/>
          </a:stretch>
        </p:blipFill>
        <p:spPr>
          <a:xfrm>
            <a:off x="9074692" y="6019257"/>
            <a:ext cx="1307016" cy="777986"/>
          </a:xfrm>
          <a:prstGeom prst="rect">
            <a:avLst/>
          </a:prstGeom>
        </p:spPr>
      </p:pic>
    </p:spTree>
    <p:extLst>
      <p:ext uri="{BB962C8B-B14F-4D97-AF65-F5344CB8AC3E}">
        <p14:creationId xmlns:p14="http://schemas.microsoft.com/office/powerpoint/2010/main" val="3330333449"/>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52">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pos="3840">
          <p15:clr>
            <a:srgbClr val="5ACBF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itle - Square Photo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88263" y="588963"/>
            <a:ext cx="4158362" cy="2535236"/>
          </a:xfrm>
        </p:spPr>
        <p:txBody>
          <a:bodyPr anchor="b"/>
          <a:lstStyle>
            <a:lvl1pPr>
              <a:defRPr/>
            </a:lvl1pPr>
          </a:lstStyle>
          <a:p>
            <a:r>
              <a:rPr lang="en-US"/>
              <a:t>Title square photo layout </a:t>
            </a:r>
          </a:p>
        </p:txBody>
      </p:sp>
      <p:sp>
        <p:nvSpPr>
          <p:cNvPr id="4" name="Text Placeholder 3">
            <a:extLst>
              <a:ext uri="{FF2B5EF4-FFF2-40B4-BE49-F238E27FC236}">
                <a16:creationId xmlns:a16="http://schemas.microsoft.com/office/drawing/2014/main" id="{0E780C89-4FC1-4FE7-AFCA-1C41A1B0944C}"/>
              </a:ext>
            </a:extLst>
          </p:cNvPr>
          <p:cNvSpPr>
            <a:spLocks noGrp="1"/>
          </p:cNvSpPr>
          <p:nvPr>
            <p:ph type="body" sz="quarter" idx="10"/>
          </p:nvPr>
        </p:nvSpPr>
        <p:spPr>
          <a:xfrm>
            <a:off x="584200" y="3535540"/>
            <a:ext cx="4162425" cy="2733497"/>
          </a:xfrm>
        </p:spPr>
        <p:txBody>
          <a:bodyPr/>
          <a:lstStyle>
            <a:lvl1pPr marL="0" indent="0">
              <a:buNone/>
              <a:defRPr sz="2200">
                <a:latin typeface="+mn-lt"/>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edit Master text styles</a:t>
            </a:r>
          </a:p>
        </p:txBody>
      </p:sp>
      <p:sp>
        <p:nvSpPr>
          <p:cNvPr id="5" name="Picture Placeholder" descr="This photo is a 'placeholder' only. Drag or drop your photo here, or click and tap the center to insert a photo.">
            <a:extLst>
              <a:ext uri="{FF2B5EF4-FFF2-40B4-BE49-F238E27FC236}">
                <a16:creationId xmlns:a16="http://schemas.microsoft.com/office/drawing/2014/main" id="{2E18FD0C-FA99-4937-92CD-5CF7F279CD8E}"/>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6" name="TextBox 5">
            <a:extLst>
              <a:ext uri="{FF2B5EF4-FFF2-40B4-BE49-F238E27FC236}">
                <a16:creationId xmlns:a16="http://schemas.microsoft.com/office/drawing/2014/main" id="{16BDF4B0-32EF-4DA8-9A83-B73DD831057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327447213"/>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7" orient="horz" pos="1968">
          <p15:clr>
            <a:srgbClr val="5ACBF0"/>
          </p15:clr>
        </p15:guide>
        <p15:guide id="8" orient="horz" pos="2226">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Square Photo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92DE97-5F35-4963-AC7A-96FEB98062FF}"/>
              </a:ext>
            </a:extLst>
          </p:cNvPr>
          <p:cNvSpPr>
            <a:spLocks noGrp="1"/>
          </p:cNvSpPr>
          <p:nvPr>
            <p:ph type="title"/>
          </p:nvPr>
        </p:nvSpPr>
        <p:spPr>
          <a:xfrm>
            <a:off x="588263" y="585788"/>
            <a:ext cx="4159950" cy="5683249"/>
          </a:xfrm>
        </p:spPr>
        <p:txBody>
          <a:bodyPr anchor="ct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8A09A47B-FEF5-47F3-B2DD-A73E7C3234AF}"/>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925968167"/>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5" orient="horz" pos="2160">
          <p15:clr>
            <a:srgbClr val="5ACBF0"/>
          </p15:clr>
        </p15:guide>
        <p15:guide id="6" pos="2991">
          <p15:clr>
            <a:srgbClr val="5ACBF0"/>
          </p15:clr>
        </p15:guide>
        <p15:guide id="7" pos="3728">
          <p15:clr>
            <a:srgbClr val="C35EA4"/>
          </p15:clr>
        </p15:guide>
        <p15:guide id="8" pos="3544">
          <p15:clr>
            <a:srgbClr val="A4A3A4"/>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Square Photo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4E2C6C6-B442-4DE7-9C6C-405B9005314D}"/>
              </a:ext>
            </a:extLst>
          </p:cNvPr>
          <p:cNvSpPr>
            <a:spLocks noGrp="1"/>
          </p:cNvSpPr>
          <p:nvPr>
            <p:ph type="title" hasCustomPrompt="1"/>
          </p:nvPr>
        </p:nvSpPr>
        <p:spPr>
          <a:xfrm>
            <a:off x="588263" y="2979738"/>
            <a:ext cx="4163125" cy="3289300"/>
          </a:xfrm>
        </p:spPr>
        <p:txBody>
          <a:bodyPr anchor="t"/>
          <a:lstStyle>
            <a:lvl1pPr>
              <a:defRPr sz="2800"/>
            </a:lvl1pPr>
          </a:lstStyle>
          <a:p>
            <a:r>
              <a:rPr lang="en-US"/>
              <a:t>Square photo layout with smaller text</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3EBEAA94-C151-43DE-8A5A-09E8A930427E}"/>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6C2F1290-9237-4BEE-AAAC-6708F286265B}"/>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363888581"/>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3" orient="horz" pos="1877">
          <p15:clr>
            <a:srgbClr val="5ACBF0"/>
          </p15:clr>
        </p15:guide>
        <p15:guide id="4" pos="3731">
          <p15:clr>
            <a:srgbClr val="C35EA4"/>
          </p15:clr>
        </p15:guide>
        <p15:guide id="5" pos="2993">
          <p15:clr>
            <a:srgbClr val="5ACBF0"/>
          </p15:clr>
        </p15:guide>
        <p15:guide id="6" pos="3547">
          <p15:clr>
            <a:srgbClr val="A4A3A4"/>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Top horizontal photo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E01E45-D858-46CB-8C37-2ADA7A8B4F38}"/>
              </a:ext>
            </a:extLst>
          </p:cNvPr>
          <p:cNvSpPr>
            <a:spLocks noGrp="1"/>
          </p:cNvSpPr>
          <p:nvPr>
            <p:ph type="title"/>
          </p:nvPr>
        </p:nvSpPr>
        <p:spPr>
          <a:xfrm>
            <a:off x="588263" y="5157216"/>
            <a:ext cx="11018520" cy="1111822"/>
          </a:xfrm>
        </p:spPr>
        <p:txBody>
          <a:bodyPr anchor="ctr"/>
          <a:lstStyle>
            <a:lvl1pPr algn="ctr">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0" y="0"/>
            <a:ext cx="12192000" cy="4572000"/>
          </a:xfrm>
          <a:blipFill>
            <a:blip r:embed="rId2"/>
            <a:stretch>
              <a:fillRect/>
            </a:stretch>
          </a:blipFill>
        </p:spPr>
        <p:txBody>
          <a:bodyPr vert="horz" wrap="square" lIns="0" tIns="1280160" rIns="0" bIns="0" rtlCol="0" anchor="t" anchorCtr="0">
            <a:noAutofit/>
          </a:bodyPr>
          <a:lstStyle>
            <a:lvl1pPr marL="0" indent="0" algn="ctr">
              <a:buNone/>
              <a:defRPr lang="en-US" sz="14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3A996C37-D0C9-4349-A860-B639C4EB9D5D}"/>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654328601"/>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Bottom horizontal photo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5563AC-3A0B-4839-A9DC-F00E8E5411A6}"/>
              </a:ext>
            </a:extLst>
          </p:cNvPr>
          <p:cNvSpPr>
            <a:spLocks noGrp="1"/>
          </p:cNvSpPr>
          <p:nvPr>
            <p:ph type="title"/>
          </p:nvPr>
        </p:nvSpPr>
        <p:spPr>
          <a:xfrm>
            <a:off x="588263" y="585788"/>
            <a:ext cx="11018520" cy="1114996"/>
          </a:xfrm>
        </p:spPr>
        <p:txBody>
          <a:bodyPr anchor="ctr"/>
          <a:lstStyle>
            <a:lvl1pPr algn="ctr">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2381" y="2286000"/>
            <a:ext cx="12192000" cy="4572000"/>
          </a:xfrm>
          <a:blipFill>
            <a:blip r:embed="rId2"/>
            <a:stretch>
              <a:fillRect/>
            </a:stretch>
          </a:blipFill>
        </p:spPr>
        <p:txBody>
          <a:bodyPr vert="horz" wrap="square" lIns="0" tIns="1371600" rIns="0" bIns="0" rtlCol="0" anchor="t" anchorCtr="0">
            <a:noAutofit/>
          </a:bodyPr>
          <a:lstStyle>
            <a:lvl1pPr marL="0" indent="0" algn="ctr">
              <a:buNone/>
              <a:defRPr lang="en-US" sz="14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3D6FDE6F-0F4B-446A-A51F-494FB0996655}"/>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122900082"/>
      </p:ext>
    </p:extLst>
  </p:cSld>
  <p:clrMapOvr>
    <a:masterClrMapping/>
  </p:clrMapOvr>
  <p:transition>
    <p:fade/>
  </p:transition>
  <p:extLst>
    <p:ext uri="{DCECCB84-F9BA-43D5-87BE-67443E8EF086}">
      <p15:sldGuideLst xmlns:p15="http://schemas.microsoft.com/office/powerpoint/2012/main">
        <p15:guide id="5" orient="horz" pos="1440">
          <p15:clr>
            <a:srgbClr val="5ACBF0"/>
          </p15:clr>
        </p15:guide>
        <p15:guide id="6" orient="horz" pos="720">
          <p15:clr>
            <a:srgbClr val="5ACBF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Two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27DCA08-1117-4B11-AEFD-AAB2B33543F9}"/>
              </a:ext>
            </a:extLst>
          </p:cNvPr>
          <p:cNvSpPr>
            <a:spLocks noGrp="1"/>
          </p:cNvSpPr>
          <p:nvPr>
            <p:ph type="title"/>
          </p:nvPr>
        </p:nvSpPr>
        <p:spPr>
          <a:xfrm>
            <a:off x="588263" y="457200"/>
            <a:ext cx="11018520" cy="983234"/>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4199" y="5689600"/>
            <a:ext cx="5367528"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5367528" cy="3474720"/>
          </a:xfrm>
          <a:blipFill>
            <a:blip r:embed="rId2"/>
            <a:stretch>
              <a:fillRect/>
            </a:stretch>
          </a:blipFill>
        </p:spPr>
        <p:txBody>
          <a:bodyPr vert="horz" wrap="square" lIns="0" tIns="0" rIns="0" bIns="1005840" rtlCol="0" anchor="ctr" anchorCtr="0">
            <a:noAutofit/>
          </a:bodyPr>
          <a:lstStyle>
            <a:lvl1pPr marL="0" indent="0" algn="ctr">
              <a:buNone/>
              <a:defRPr lang="en-US" sz="10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1860" y="5689600"/>
            <a:ext cx="5367528"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6239255" y="2025650"/>
            <a:ext cx="5367528" cy="3474720"/>
          </a:xfrm>
          <a:blipFill>
            <a:blip r:embed="rId3"/>
            <a:stretch>
              <a:fillRect/>
            </a:stretch>
          </a:blipFill>
        </p:spPr>
        <p:txBody>
          <a:bodyPr vert="horz" wrap="square" lIns="0" tIns="0" rIns="0" bIns="1005840" rtlCol="0" anchor="ctr" anchorCtr="0">
            <a:noAutofit/>
          </a:bodyPr>
          <a:lstStyle>
            <a:lvl1pPr marL="0" indent="0" algn="ctr">
              <a:buNone/>
              <a:defRPr lang="en-US" sz="10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10" name="TextBox 9">
            <a:extLst>
              <a:ext uri="{FF2B5EF4-FFF2-40B4-BE49-F238E27FC236}">
                <a16:creationId xmlns:a16="http://schemas.microsoft.com/office/drawing/2014/main" id="{CAF59E09-7602-42B9-AB0C-9D1365A9EBB2}"/>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856823867"/>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3749">
          <p15:clr>
            <a:srgbClr val="5ACBF0"/>
          </p15:clr>
        </p15:guide>
        <p15:guide id="7" pos="3931">
          <p15:clr>
            <a:srgbClr val="5ACBF0"/>
          </p15:clr>
        </p15:guide>
        <p15:guide id="8" orient="horz" pos="3464">
          <p15:clr>
            <a:srgbClr val="5ACBF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hree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60F77E-464D-46F7-A8F8-6F281DAB0C7A}"/>
              </a:ext>
            </a:extLst>
          </p:cNvPr>
          <p:cNvSpPr>
            <a:spLocks noGrp="1"/>
          </p:cNvSpPr>
          <p:nvPr>
            <p:ph type="title"/>
          </p:nvPr>
        </p:nvSpPr>
        <p:spPr>
          <a:xfrm>
            <a:off x="588263" y="457200"/>
            <a:ext cx="11018520" cy="983234"/>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3" y="5689600"/>
            <a:ext cx="3475037"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3474720" cy="3474720"/>
          </a:xfrm>
          <a:blipFill>
            <a:blip r:embed="rId2"/>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4358640" y="5689600"/>
            <a:ext cx="3475037"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ltGray">
          <a:xfrm>
            <a:off x="4358640" y="2025650"/>
            <a:ext cx="3474720" cy="3474720"/>
          </a:xfrm>
          <a:blipFill>
            <a:blip r:embed="rId3"/>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8134351" y="5689600"/>
            <a:ext cx="3475037"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8132063" y="2025650"/>
            <a:ext cx="3474720" cy="3474720"/>
          </a:xfrm>
          <a:blipFill>
            <a:blip r:embed="rId4"/>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Box 13">
            <a:extLst>
              <a:ext uri="{FF2B5EF4-FFF2-40B4-BE49-F238E27FC236}">
                <a16:creationId xmlns:a16="http://schemas.microsoft.com/office/drawing/2014/main" id="{52B36921-D927-4BA6-8891-8AEE9784923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31357119"/>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2557">
          <p15:clr>
            <a:srgbClr val="5ACBF0"/>
          </p15:clr>
        </p15:guide>
        <p15:guide id="7" pos="2744">
          <p15:clr>
            <a:srgbClr val="5ACBF0"/>
          </p15:clr>
        </p15:guide>
        <p15:guide id="8" pos="4936">
          <p15:clr>
            <a:srgbClr val="5ACBF0"/>
          </p15:clr>
        </p15:guide>
        <p15:guide id="9" pos="5123">
          <p15:clr>
            <a:srgbClr val="5ACBF0"/>
          </p15:clr>
        </p15:guide>
        <p15:guide id="10" orient="horz" pos="3465">
          <p15:clr>
            <a:srgbClr val="5ACBF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Four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983234"/>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3"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2532888" cy="2532888"/>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3413908"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ltGray">
          <a:xfrm>
            <a:off x="3413908" y="2025650"/>
            <a:ext cx="2532888" cy="2532888"/>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5204"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6245204" y="2025650"/>
            <a:ext cx="2532888" cy="2532888"/>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5" name="Text Placeholder 3">
            <a:extLst>
              <a:ext uri="{FF2B5EF4-FFF2-40B4-BE49-F238E27FC236}">
                <a16:creationId xmlns:a16="http://schemas.microsoft.com/office/drawing/2014/main" id="{38E883C1-8203-4549-AF30-B96AEC45AC68}"/>
              </a:ext>
            </a:extLst>
          </p:cNvPr>
          <p:cNvSpPr>
            <a:spLocks noGrp="1"/>
          </p:cNvSpPr>
          <p:nvPr>
            <p:ph type="body" sz="quarter" idx="20"/>
          </p:nvPr>
        </p:nvSpPr>
        <p:spPr>
          <a:xfrm>
            <a:off x="9076500"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14" name="Picture Placeholder" descr="This photo is a 'placeholder' only. Drag or drop your photo here, or click and tap the center to insert a photo.">
            <a:extLst>
              <a:ext uri="{FF2B5EF4-FFF2-40B4-BE49-F238E27FC236}">
                <a16:creationId xmlns:a16="http://schemas.microsoft.com/office/drawing/2014/main" id="{BBD58C33-921C-42F1-9803-1C798DB548C2}"/>
              </a:ext>
            </a:extLst>
          </p:cNvPr>
          <p:cNvSpPr>
            <a:spLocks noGrp="1"/>
          </p:cNvSpPr>
          <p:nvPr>
            <p:ph type="pic" sz="quarter" idx="19" hasCustomPrompt="1"/>
          </p:nvPr>
        </p:nvSpPr>
        <p:spPr bwMode="ltGray">
          <a:xfrm>
            <a:off x="9073895" y="2025650"/>
            <a:ext cx="2532888" cy="2532888"/>
          </a:xfrm>
          <a:blipFill>
            <a:blip r:embed="rId5"/>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16" name="TextBox 15">
            <a:extLst>
              <a:ext uri="{FF2B5EF4-FFF2-40B4-BE49-F238E27FC236}">
                <a16:creationId xmlns:a16="http://schemas.microsoft.com/office/drawing/2014/main" id="{5CF56B00-AAD4-4F4F-8228-B6CF8367DE0D}"/>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991869532"/>
      </p:ext>
    </p:extLst>
  </p:cSld>
  <p:clrMapOvr>
    <a:masterClrMapping/>
  </p:clrMapOvr>
  <p:transition>
    <p:fade/>
  </p:transition>
  <p:extLst>
    <p:ext uri="{DCECCB84-F9BA-43D5-87BE-67443E8EF086}">
      <p15:sldGuideLst xmlns:p15="http://schemas.microsoft.com/office/powerpoint/2012/main">
        <p15:guide id="3" orient="horz" pos="2993">
          <p15:clr>
            <a:srgbClr val="5ACBF0"/>
          </p15:clr>
        </p15:guide>
        <p15:guide id="4" orient="horz" pos="127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2870">
          <p15:clr>
            <a:srgbClr val="5ACBF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wo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8"/>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6" y="5334000"/>
            <a:ext cx="4892040" cy="9350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6062472" cy="2807208"/>
          </a:xfrm>
          <a:blipFill>
            <a:blip r:embed="rId2"/>
            <a:stretch>
              <a:fillRect/>
            </a:stretch>
          </a:blipFill>
        </p:spPr>
        <p:txBody>
          <a:bodyPr lIns="0" tIns="0" rIns="0" bIns="73152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6714744" y="5334000"/>
            <a:ext cx="4892040" cy="938212"/>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6129528" y="2286000"/>
            <a:ext cx="6062472" cy="2807208"/>
          </a:xfrm>
          <a:blipFill>
            <a:blip r:embed="rId3"/>
            <a:stretch>
              <a:fillRect/>
            </a:stretch>
          </a:blipFill>
        </p:spPr>
        <p:txBody>
          <a:bodyPr lIns="0" tIns="0" rIns="0" bIns="73152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4" name="TextBox 3">
            <a:extLst>
              <a:ext uri="{FF2B5EF4-FFF2-40B4-BE49-F238E27FC236}">
                <a16:creationId xmlns:a16="http://schemas.microsoft.com/office/drawing/2014/main" id="{6AAE597A-BE1E-6B1F-960D-A90DC95443A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4166138305"/>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4" orient="horz" pos="3209">
          <p15:clr>
            <a:srgbClr val="5ACBF0"/>
          </p15:clr>
        </p15:guide>
        <p15:guide id="5" pos="3826">
          <p15:clr>
            <a:srgbClr val="5ACBF0"/>
          </p15:clr>
        </p15:guide>
        <p15:guide id="6" pos="3859">
          <p15:clr>
            <a:srgbClr val="5ACBF0"/>
          </p15:clr>
        </p15:guide>
        <p15:guide id="11" pos="1910">
          <p15:clr>
            <a:srgbClr val="5ACBF0"/>
          </p15:clr>
        </p15:guide>
        <p15:guide id="12" pos="5770">
          <p15:clr>
            <a:srgbClr val="5ACBF0"/>
          </p15:clr>
        </p15:guide>
        <p15:guide id="13" orient="horz" pos="3360">
          <p15:clr>
            <a:srgbClr val="5ACBF0"/>
          </p15:clr>
        </p15:guide>
        <p15:guide id="14" orient="horz">
          <p15:clr>
            <a:srgbClr val="5ACBF0"/>
          </p15:clr>
        </p15:guide>
        <p15:guide id="15" pos="3451">
          <p15:clr>
            <a:srgbClr val="5ACBF0"/>
          </p15:clr>
        </p15:guide>
        <p15:guide id="16" pos="4229">
          <p15:clr>
            <a:srgbClr val="5ACBF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Three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7"/>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6" y="4800600"/>
            <a:ext cx="2852928" cy="14684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4023360" cy="2286000"/>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4669536" y="4799409"/>
            <a:ext cx="2852928" cy="1472803"/>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4084320" y="2286000"/>
            <a:ext cx="4023360" cy="2286000"/>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8753856" y="4799410"/>
            <a:ext cx="2852928" cy="146962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8168640" y="2286000"/>
            <a:ext cx="4023360" cy="2286000"/>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42B999C7-F5A8-46A6-92C5-AA3BE4E2693D}"/>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736824570"/>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5" pos="2534">
          <p15:clr>
            <a:srgbClr val="5ACBF0"/>
          </p15:clr>
        </p15:guide>
        <p15:guide id="6" pos="2573">
          <p15:clr>
            <a:srgbClr val="5ACBF0"/>
          </p15:clr>
        </p15:guide>
        <p15:guide id="8" pos="5109">
          <p15:clr>
            <a:srgbClr val="5ACBF0"/>
          </p15:clr>
        </p15:guide>
        <p15:guide id="9" pos="5145">
          <p15:clr>
            <a:srgbClr val="5ACBF0"/>
          </p15:clr>
        </p15:guide>
        <p15:guide id="11" pos="1266">
          <p15:clr>
            <a:srgbClr val="5ACBF0"/>
          </p15:clr>
        </p15:guide>
        <p15:guide id="12" pos="3840">
          <p15:clr>
            <a:srgbClr val="5ACBF0"/>
          </p15:clr>
        </p15:guide>
        <p15:guide id="13" pos="6414">
          <p15:clr>
            <a:srgbClr val="5ACBF0"/>
          </p15:clr>
        </p15:guide>
        <p15:guide id="14" orient="horz" pos="1074">
          <p15:clr>
            <a:srgbClr val="5ACBF0"/>
          </p15:clr>
        </p15:guide>
        <p15:guide id="15" pos="2168">
          <p15:clr>
            <a:srgbClr val="5ACBF0"/>
          </p15:clr>
        </p15:guide>
        <p15:guide id="16" pos="2944">
          <p15:clr>
            <a:srgbClr val="5ACBF0"/>
          </p15:clr>
        </p15:guide>
        <p15:guide id="17" pos="4738">
          <p15:clr>
            <a:srgbClr val="5ACBF0"/>
          </p15:clr>
        </p15:guide>
        <p15:guide id="18" pos="5514">
          <p15:clr>
            <a:srgbClr val="5ACBF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Four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8"/>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6" y="4800600"/>
            <a:ext cx="1828800" cy="14684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2999232" cy="2286000"/>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3649472" y="4799409"/>
            <a:ext cx="1828800" cy="1472803"/>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3064256" y="2286000"/>
            <a:ext cx="2999232" cy="2286000"/>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6713728" y="4799410"/>
            <a:ext cx="1828800" cy="146962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6128512" y="2286000"/>
            <a:ext cx="2999232" cy="2286000"/>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8" name="Text Placeholder 3">
            <a:extLst>
              <a:ext uri="{FF2B5EF4-FFF2-40B4-BE49-F238E27FC236}">
                <a16:creationId xmlns:a16="http://schemas.microsoft.com/office/drawing/2014/main" id="{83564109-638C-44E2-AE84-46B44C29FD6C}"/>
              </a:ext>
            </a:extLst>
          </p:cNvPr>
          <p:cNvSpPr>
            <a:spLocks noGrp="1"/>
          </p:cNvSpPr>
          <p:nvPr>
            <p:ph type="body" sz="quarter" idx="20"/>
          </p:nvPr>
        </p:nvSpPr>
        <p:spPr>
          <a:xfrm>
            <a:off x="9777984" y="4799409"/>
            <a:ext cx="1828800" cy="1469629"/>
          </a:xfrm>
        </p:spPr>
        <p:txBody>
          <a:bodyPr/>
          <a:lstStyle>
            <a:lvl1pPr marL="0" indent="0" algn="ctr">
              <a:spcBef>
                <a:spcPts val="0"/>
              </a:spcBef>
              <a:buNone/>
              <a:defRPr sz="18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713AAE36-2045-4D14-87DC-59D4EFCC1500}"/>
              </a:ext>
            </a:extLst>
          </p:cNvPr>
          <p:cNvSpPr>
            <a:spLocks noGrp="1"/>
          </p:cNvSpPr>
          <p:nvPr>
            <p:ph type="pic" sz="quarter" idx="19" hasCustomPrompt="1"/>
          </p:nvPr>
        </p:nvSpPr>
        <p:spPr bwMode="ltGray">
          <a:xfrm>
            <a:off x="9192768" y="2286000"/>
            <a:ext cx="2999232" cy="2286000"/>
          </a:xfrm>
          <a:blipFill>
            <a:blip r:embed="rId5"/>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B2FE569B-F817-467C-8BAC-558CE9824DBA}"/>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8010186"/>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5" pos="1890">
          <p15:clr>
            <a:srgbClr val="5ACBF0"/>
          </p15:clr>
        </p15:guide>
        <p15:guide id="6" pos="1930">
          <p15:clr>
            <a:srgbClr val="5ACBF0"/>
          </p15:clr>
        </p15:guide>
        <p15:guide id="7" pos="5749">
          <p15:clr>
            <a:srgbClr val="5ACBF0"/>
          </p15:clr>
        </p15:guide>
        <p15:guide id="8" pos="3820">
          <p15:clr>
            <a:srgbClr val="5ACBF0"/>
          </p15:clr>
        </p15:guide>
        <p15:guide id="9" pos="3860">
          <p15:clr>
            <a:srgbClr val="5ACBF0"/>
          </p15:clr>
        </p15:guide>
        <p15:guide id="10" pos="5789">
          <p15:clr>
            <a:srgbClr val="5ACBF0"/>
          </p15:clr>
        </p15:guide>
        <p15:guide id="11" pos="944">
          <p15:clr>
            <a:srgbClr val="5ACBF0"/>
          </p15:clr>
        </p15:guide>
        <p15:guide id="12" pos="2876">
          <p15:clr>
            <a:srgbClr val="5ACBF0"/>
          </p15:clr>
        </p15:guide>
        <p15:guide id="13" pos="4807">
          <p15:clr>
            <a:srgbClr val="5ACBF0"/>
          </p15:clr>
        </p15:guide>
        <p15:guide id="14" pos="6736">
          <p15:clr>
            <a:srgbClr val="5ACBF0"/>
          </p15:clr>
        </p15:guide>
        <p15:guide id="15" orient="horz">
          <p15:clr>
            <a:srgbClr val="5ACBF0"/>
          </p15:clr>
        </p15:guide>
        <p15:guide id="16" pos="1524">
          <p15:clr>
            <a:srgbClr val="5ACBF0"/>
          </p15:clr>
        </p15:guide>
        <p15:guide id="17" pos="2298">
          <p15:clr>
            <a:srgbClr val="5ACBF0"/>
          </p15:clr>
        </p15:guide>
        <p15:guide id="18" pos="3450">
          <p15:clr>
            <a:srgbClr val="5ACBF0"/>
          </p15:clr>
        </p15:guide>
        <p15:guide id="19" pos="4230">
          <p15:clr>
            <a:srgbClr val="5ACBF0"/>
          </p15:clr>
        </p15:guide>
        <p15:guide id="20" pos="5380">
          <p15:clr>
            <a:srgbClr val="5ACBF0"/>
          </p15:clr>
        </p15:guide>
        <p15:guide id="21" pos="6156">
          <p15:clr>
            <a:srgbClr val="5ACBF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Five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8"/>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292608" y="4800600"/>
            <a:ext cx="1801368" cy="14684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2386584" cy="2286000"/>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2743962" y="4799409"/>
            <a:ext cx="1801368" cy="1472803"/>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2451354" y="2286000"/>
            <a:ext cx="2386584" cy="2286000"/>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5195316" y="4799410"/>
            <a:ext cx="1801368" cy="146962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4902708" y="2286000"/>
            <a:ext cx="2386584" cy="2286000"/>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8" name="Text Placeholder 3">
            <a:extLst>
              <a:ext uri="{FF2B5EF4-FFF2-40B4-BE49-F238E27FC236}">
                <a16:creationId xmlns:a16="http://schemas.microsoft.com/office/drawing/2014/main" id="{83564109-638C-44E2-AE84-46B44C29FD6C}"/>
              </a:ext>
            </a:extLst>
          </p:cNvPr>
          <p:cNvSpPr>
            <a:spLocks noGrp="1"/>
          </p:cNvSpPr>
          <p:nvPr>
            <p:ph type="body" sz="quarter" idx="20"/>
          </p:nvPr>
        </p:nvSpPr>
        <p:spPr>
          <a:xfrm>
            <a:off x="7646670" y="4799409"/>
            <a:ext cx="1801368" cy="1469629"/>
          </a:xfrm>
        </p:spPr>
        <p:txBody>
          <a:bodyPr/>
          <a:lstStyle>
            <a:lvl1pPr marL="0" indent="0" algn="ctr">
              <a:spcBef>
                <a:spcPts val="0"/>
              </a:spcBef>
              <a:buNone/>
              <a:defRPr sz="18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713AAE36-2045-4D14-87DC-59D4EFCC1500}"/>
              </a:ext>
            </a:extLst>
          </p:cNvPr>
          <p:cNvSpPr>
            <a:spLocks noGrp="1"/>
          </p:cNvSpPr>
          <p:nvPr>
            <p:ph type="pic" sz="quarter" idx="19" hasCustomPrompt="1"/>
          </p:nvPr>
        </p:nvSpPr>
        <p:spPr bwMode="ltGray">
          <a:xfrm>
            <a:off x="7354062" y="2286000"/>
            <a:ext cx="2386584" cy="2286000"/>
          </a:xfrm>
          <a:blipFill>
            <a:blip r:embed="rId5"/>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21" name="Text Placeholder 3">
            <a:extLst>
              <a:ext uri="{FF2B5EF4-FFF2-40B4-BE49-F238E27FC236}">
                <a16:creationId xmlns:a16="http://schemas.microsoft.com/office/drawing/2014/main" id="{5B1B6F72-F14C-40F1-8B29-8620AA34DC63}"/>
              </a:ext>
            </a:extLst>
          </p:cNvPr>
          <p:cNvSpPr>
            <a:spLocks noGrp="1"/>
          </p:cNvSpPr>
          <p:nvPr>
            <p:ph type="body" sz="quarter" idx="22"/>
          </p:nvPr>
        </p:nvSpPr>
        <p:spPr>
          <a:xfrm>
            <a:off x="10098024" y="4799409"/>
            <a:ext cx="1801368" cy="1469629"/>
          </a:xfrm>
        </p:spPr>
        <p:txBody>
          <a:bodyPr/>
          <a:lstStyle>
            <a:lvl1pPr marL="0" indent="0" algn="ctr">
              <a:spcBef>
                <a:spcPts val="0"/>
              </a:spcBef>
              <a:buNone/>
              <a:defRPr sz="1800">
                <a:latin typeface="+mj-lt"/>
              </a:defRPr>
            </a:lvl1pPr>
          </a:lstStyle>
          <a:p>
            <a:pPr lvl="0"/>
            <a:r>
              <a:rPr lang="en-US"/>
              <a:t>Click to edit Master text styles</a:t>
            </a:r>
          </a:p>
        </p:txBody>
      </p:sp>
      <p:sp>
        <p:nvSpPr>
          <p:cNvPr id="20" name="Picture Placeholder" descr="This photo is a 'placeholder' only. Drag or drop your photo here, or click and tap the center to insert a photo.">
            <a:extLst>
              <a:ext uri="{FF2B5EF4-FFF2-40B4-BE49-F238E27FC236}">
                <a16:creationId xmlns:a16="http://schemas.microsoft.com/office/drawing/2014/main" id="{2AD682C7-20D7-4ED0-99A7-C8530DAC8612}"/>
              </a:ext>
            </a:extLst>
          </p:cNvPr>
          <p:cNvSpPr>
            <a:spLocks noGrp="1"/>
          </p:cNvSpPr>
          <p:nvPr>
            <p:ph type="pic" sz="quarter" idx="21" hasCustomPrompt="1"/>
          </p:nvPr>
        </p:nvSpPr>
        <p:spPr bwMode="ltGray">
          <a:xfrm>
            <a:off x="9805416" y="2286000"/>
            <a:ext cx="2386584" cy="2286000"/>
          </a:xfrm>
          <a:blipFill>
            <a:blip r:embed="rId6"/>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B2FE569B-F817-467C-8BAC-558CE9824DBA}"/>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836742160"/>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8" pos="4631">
          <p15:clr>
            <a:srgbClr val="5ACBF0"/>
          </p15:clr>
        </p15:guide>
        <p15:guide id="9" pos="4593">
          <p15:clr>
            <a:srgbClr val="5ACBF0"/>
          </p15:clr>
        </p15:guide>
        <p15:guide id="10" pos="6134">
          <p15:clr>
            <a:srgbClr val="5ACBF0"/>
          </p15:clr>
        </p15:guide>
        <p15:guide id="11" pos="1323">
          <p15:clr>
            <a:srgbClr val="5ACBF0"/>
          </p15:clr>
        </p15:guide>
        <p15:guide id="12" pos="2865">
          <p15:clr>
            <a:srgbClr val="5ACBF0"/>
          </p15:clr>
        </p15:guide>
        <p15:guide id="13" pos="4815">
          <p15:clr>
            <a:srgbClr val="5ACBF0"/>
          </p15:clr>
        </p15:guide>
        <p15:guide id="14" pos="6361">
          <p15:clr>
            <a:srgbClr val="5ACBF0"/>
          </p15:clr>
        </p15:guide>
        <p15:guide id="15" orient="horz">
          <p15:clr>
            <a:srgbClr val="5ACBF0"/>
          </p15:clr>
        </p15:guide>
        <p15:guide id="16" pos="1727">
          <p15:clr>
            <a:srgbClr val="5ACBF0"/>
          </p15:clr>
        </p15:guide>
        <p15:guide id="17" pos="2294">
          <p15:clr>
            <a:srgbClr val="5ACBF0"/>
          </p15:clr>
        </p15:guide>
        <p15:guide id="18" pos="3273">
          <p15:clr>
            <a:srgbClr val="5ACBF0"/>
          </p15:clr>
        </p15:guide>
        <p15:guide id="19" pos="4411">
          <p15:clr>
            <a:srgbClr val="5ACBF0"/>
          </p15:clr>
        </p15:guide>
        <p15:guide id="21" pos="6179">
          <p15:clr>
            <a:srgbClr val="5ACBF0"/>
          </p15:clr>
        </p15:guide>
        <p15:guide id="22" pos="1501">
          <p15:clr>
            <a:srgbClr val="5ACBF0"/>
          </p15:clr>
        </p15:guide>
        <p15:guide id="23" pos="1543">
          <p15:clr>
            <a:srgbClr val="5ACBF0"/>
          </p15:clr>
        </p15:guide>
        <p15:guide id="24" pos="3049">
          <p15:clr>
            <a:srgbClr val="5ACBF0"/>
          </p15:clr>
        </p15:guide>
        <p15:guide id="25" pos="3088">
          <p15:clr>
            <a:srgbClr val="5ACBF0"/>
          </p15:clr>
        </p15:guide>
        <p15:guide id="26" pos="5954">
          <p15:clr>
            <a:srgbClr val="5ACBF0"/>
          </p15:clr>
        </p15:guide>
        <p15:guide id="27" pos="3840">
          <p15:clr>
            <a:srgbClr val="5ACBF0"/>
          </p15:clr>
        </p15:guide>
        <p15:guide id="28" pos="5386">
          <p15:clr>
            <a:srgbClr val="5ACBF0"/>
          </p15:clr>
        </p15:guide>
        <p15:guide id="29" pos="753">
          <p15:clr>
            <a:srgbClr val="5ACBF0"/>
          </p15:clr>
        </p15:guide>
        <p15:guide id="30" pos="6927">
          <p15:clr>
            <a:srgbClr val="5ACBF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Three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588962"/>
            <a:ext cx="11018520" cy="1115568"/>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2037906" y="2286000"/>
            <a:ext cx="2313432" cy="2313432"/>
          </a:xfrm>
          <a:prstGeom prst="ellipse">
            <a:avLst/>
          </a:prstGeom>
          <a:blipFill>
            <a:blip r:embed="rId2"/>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2037906"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4939284" y="2286000"/>
            <a:ext cx="2313432" cy="2313432"/>
          </a:xfrm>
          <a:prstGeom prst="ellipse">
            <a:avLst/>
          </a:prstGeom>
          <a:blipFill>
            <a:blip r:embed="rId3"/>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4939284"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7840663" y="2286000"/>
            <a:ext cx="2313432" cy="2313432"/>
          </a:xfrm>
          <a:prstGeom prst="ellipse">
            <a:avLst/>
          </a:prstGeom>
          <a:blipFill>
            <a:blip r:embed="rId4"/>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7840663"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20" name="TextBox 19">
            <a:extLst>
              <a:ext uri="{FF2B5EF4-FFF2-40B4-BE49-F238E27FC236}">
                <a16:creationId xmlns:a16="http://schemas.microsoft.com/office/drawing/2014/main" id="{0D6AFB7A-35B4-4881-AB50-D112482166B1}"/>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61236213"/>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3024">
          <p15:clr>
            <a:srgbClr val="5ACBF0"/>
          </p15:clr>
        </p15:guide>
        <p15:guide id="3" pos="3840">
          <p15:clr>
            <a:srgbClr val="5ACBF0"/>
          </p15:clr>
        </p15:guide>
        <p15:guide id="4" pos="1283">
          <p15:clr>
            <a:srgbClr val="5ACBF0"/>
          </p15:clr>
        </p15:guide>
        <p15:guide id="5" pos="5666">
          <p15:clr>
            <a:srgbClr val="5ACBF0"/>
          </p15:clr>
        </p15:guide>
        <p15:guide id="6" pos="2741">
          <p15:clr>
            <a:srgbClr val="5ACBF0"/>
          </p15:clr>
        </p15:guide>
        <p15:guide id="7" pos="2012">
          <p15:clr>
            <a:srgbClr val="5ACBF0"/>
          </p15:clr>
        </p15:guide>
        <p15:guide id="8" pos="3109">
          <p15:clr>
            <a:srgbClr val="5ACBF0"/>
          </p15:clr>
        </p15:guide>
        <p15:guide id="9" pos="4570">
          <p15:clr>
            <a:srgbClr val="5ACBF0"/>
          </p15:clr>
        </p15:guide>
        <p15:guide id="11" pos="6397">
          <p15:clr>
            <a:srgbClr val="5ACBF0"/>
          </p15:clr>
        </p15:guide>
        <p15:guide id="12" orient="horz" pos="1440">
          <p15:clr>
            <a:srgbClr val="5ACBF0"/>
          </p15:clr>
        </p15:guide>
        <p15:guide id="13" pos="4938">
          <p15:clr>
            <a:srgbClr val="5ACBF0"/>
          </p15:clr>
        </p15:guide>
        <p15:guide id="14" orient="horz" pos="2894">
          <p15:clr>
            <a:srgbClr val="5ACBF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Four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583007"/>
            <a:ext cx="11018520" cy="1115568"/>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584200" y="2286000"/>
            <a:ext cx="2313432" cy="2313432"/>
          </a:xfrm>
          <a:prstGeom prst="ellipse">
            <a:avLst/>
          </a:prstGeom>
          <a:blipFill>
            <a:blip r:embed="rId2"/>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584200"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3487250" y="2286000"/>
            <a:ext cx="2313432" cy="2313432"/>
          </a:xfrm>
          <a:prstGeom prst="ellipse">
            <a:avLst/>
          </a:prstGeom>
          <a:blipFill>
            <a:blip r:embed="rId3"/>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3487250"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6390300" y="2286000"/>
            <a:ext cx="2313432" cy="2313432"/>
          </a:xfrm>
          <a:prstGeom prst="ellipse">
            <a:avLst/>
          </a:prstGeom>
          <a:blipFill>
            <a:blip r:embed="rId4"/>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6390300"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F78E1D3B-7D6F-4EFD-9EB2-E1A27309D6AF}"/>
              </a:ext>
            </a:extLst>
          </p:cNvPr>
          <p:cNvSpPr>
            <a:spLocks noGrp="1" noChangeAspect="1"/>
          </p:cNvSpPr>
          <p:nvPr>
            <p:ph type="pic" sz="quarter" idx="21" hasCustomPrompt="1"/>
          </p:nvPr>
        </p:nvSpPr>
        <p:spPr bwMode="ltGray">
          <a:xfrm>
            <a:off x="9293351" y="2286000"/>
            <a:ext cx="2313432" cy="2313432"/>
          </a:xfrm>
          <a:prstGeom prst="ellipse">
            <a:avLst/>
          </a:prstGeom>
          <a:blipFill>
            <a:blip r:embed="rId5"/>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2" name="Text Placeholder 3">
            <a:extLst>
              <a:ext uri="{FF2B5EF4-FFF2-40B4-BE49-F238E27FC236}">
                <a16:creationId xmlns:a16="http://schemas.microsoft.com/office/drawing/2014/main" id="{3BB2FF62-05DC-462E-808C-4DDE1C65392C}"/>
              </a:ext>
            </a:extLst>
          </p:cNvPr>
          <p:cNvSpPr>
            <a:spLocks noGrp="1"/>
          </p:cNvSpPr>
          <p:nvPr>
            <p:ph type="body" sz="quarter" idx="22"/>
          </p:nvPr>
        </p:nvSpPr>
        <p:spPr>
          <a:xfrm>
            <a:off x="9293351"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3" name="TextBox 2">
            <a:extLst>
              <a:ext uri="{FF2B5EF4-FFF2-40B4-BE49-F238E27FC236}">
                <a16:creationId xmlns:a16="http://schemas.microsoft.com/office/drawing/2014/main" id="{67A72D6D-004C-4F57-AD34-F1019A756073}"/>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783893900"/>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3024">
          <p15:clr>
            <a:srgbClr val="5ACBF0"/>
          </p15:clr>
        </p15:guide>
        <p15:guide id="3" pos="4025">
          <p15:clr>
            <a:srgbClr val="5ACBF0"/>
          </p15:clr>
        </p15:guide>
        <p15:guide id="5" pos="5854">
          <p15:clr>
            <a:srgbClr val="5ACBF0"/>
          </p15:clr>
        </p15:guide>
        <p15:guide id="7" pos="3654">
          <p15:clr>
            <a:srgbClr val="5ACBF0"/>
          </p15:clr>
        </p15:guide>
        <p15:guide id="8" pos="2195">
          <p15:clr>
            <a:srgbClr val="5ACBF0"/>
          </p15:clr>
        </p15:guide>
        <p15:guide id="10" pos="2926">
          <p15:clr>
            <a:srgbClr val="5ACBF0"/>
          </p15:clr>
        </p15:guide>
        <p15:guide id="11" pos="4756">
          <p15:clr>
            <a:srgbClr val="5ACBF0"/>
          </p15:clr>
        </p15:guide>
        <p15:guide id="12" pos="6581">
          <p15:clr>
            <a:srgbClr val="5ACBF0"/>
          </p15:clr>
        </p15:guide>
        <p15:guide id="13" pos="1097">
          <p15:clr>
            <a:srgbClr val="5ACBF0"/>
          </p15:clr>
        </p15:guide>
        <p15:guide id="14" orient="horz" pos="1440">
          <p15:clr>
            <a:srgbClr val="5ACBF0"/>
          </p15:clr>
        </p15:guide>
        <p15:guide id="15" pos="1826">
          <p15:clr>
            <a:srgbClr val="5ACBF0"/>
          </p15:clr>
        </p15:guide>
        <p15:guide id="18" pos="5483">
          <p15:clr>
            <a:srgbClr val="5ACBF0"/>
          </p15:clr>
        </p15:guide>
        <p15:guide id="19" orient="horz" pos="2898">
          <p15:clr>
            <a:srgbClr val="5ACBF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Five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583007"/>
            <a:ext cx="11018520" cy="1115568"/>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584200" y="2286000"/>
            <a:ext cx="1737360" cy="1737360"/>
          </a:xfrm>
          <a:prstGeom prst="ellipse">
            <a:avLst/>
          </a:prstGeom>
          <a:blipFill>
            <a:blip r:embed="rId2" cstate="print">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584200"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2905506" y="2286000"/>
            <a:ext cx="1737360" cy="1737360"/>
          </a:xfrm>
          <a:prstGeom prst="ellipse">
            <a:avLst/>
          </a:prstGeom>
          <a:blipFill>
            <a:blip r:embed="rId3" cstate="print">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2905506"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5227320" y="2286000"/>
            <a:ext cx="1737360" cy="1737360"/>
          </a:xfrm>
          <a:prstGeom prst="ellipse">
            <a:avLst/>
          </a:prstGeom>
          <a:blipFill>
            <a:blip r:embed="rId4" cstate="print">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5227320" y="4235451"/>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F78E1D3B-7D6F-4EFD-9EB2-E1A27309D6AF}"/>
              </a:ext>
            </a:extLst>
          </p:cNvPr>
          <p:cNvSpPr>
            <a:spLocks noGrp="1" noChangeAspect="1"/>
          </p:cNvSpPr>
          <p:nvPr>
            <p:ph type="pic" sz="quarter" idx="21" hasCustomPrompt="1"/>
          </p:nvPr>
        </p:nvSpPr>
        <p:spPr bwMode="ltGray">
          <a:xfrm>
            <a:off x="7548118" y="2286000"/>
            <a:ext cx="1737360" cy="1737360"/>
          </a:xfrm>
          <a:prstGeom prst="ellipse">
            <a:avLst/>
          </a:prstGeom>
          <a:blipFill>
            <a:blip r:embed="rId5" cstate="print">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insert44</a:t>
            </a:r>
          </a:p>
        </p:txBody>
      </p:sp>
      <p:sp>
        <p:nvSpPr>
          <p:cNvPr id="12" name="Text Placeholder 3">
            <a:extLst>
              <a:ext uri="{FF2B5EF4-FFF2-40B4-BE49-F238E27FC236}">
                <a16:creationId xmlns:a16="http://schemas.microsoft.com/office/drawing/2014/main" id="{3BB2FF62-05DC-462E-808C-4DDE1C65392C}"/>
              </a:ext>
            </a:extLst>
          </p:cNvPr>
          <p:cNvSpPr>
            <a:spLocks noGrp="1"/>
          </p:cNvSpPr>
          <p:nvPr>
            <p:ph type="body" sz="quarter" idx="22"/>
          </p:nvPr>
        </p:nvSpPr>
        <p:spPr>
          <a:xfrm>
            <a:off x="7548118"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E4DC3400-0B11-4EA0-9B8D-6FADE6964F37}"/>
              </a:ext>
            </a:extLst>
          </p:cNvPr>
          <p:cNvSpPr>
            <a:spLocks noGrp="1" noChangeAspect="1"/>
          </p:cNvSpPr>
          <p:nvPr>
            <p:ph type="pic" sz="quarter" idx="23" hasCustomPrompt="1"/>
          </p:nvPr>
        </p:nvSpPr>
        <p:spPr bwMode="ltGray">
          <a:xfrm>
            <a:off x="9869423" y="2286000"/>
            <a:ext cx="1737360" cy="1737360"/>
          </a:xfrm>
          <a:prstGeom prst="ellipse">
            <a:avLst/>
          </a:prstGeom>
          <a:blipFill>
            <a:blip r:embed="rId6" cstate="print">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20" name="Text Placeholder 3">
            <a:extLst>
              <a:ext uri="{FF2B5EF4-FFF2-40B4-BE49-F238E27FC236}">
                <a16:creationId xmlns:a16="http://schemas.microsoft.com/office/drawing/2014/main" id="{133C357E-ECC0-485F-9033-5D4DEC8774BB}"/>
              </a:ext>
            </a:extLst>
          </p:cNvPr>
          <p:cNvSpPr>
            <a:spLocks noGrp="1"/>
          </p:cNvSpPr>
          <p:nvPr>
            <p:ph type="body" sz="quarter" idx="24"/>
          </p:nvPr>
        </p:nvSpPr>
        <p:spPr>
          <a:xfrm>
            <a:off x="9869423"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3" name="TextBox 2">
            <a:extLst>
              <a:ext uri="{FF2B5EF4-FFF2-40B4-BE49-F238E27FC236}">
                <a16:creationId xmlns:a16="http://schemas.microsoft.com/office/drawing/2014/main" id="{67A72D6D-004C-4F57-AD34-F1019A756073}"/>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657282263"/>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2664">
          <p15:clr>
            <a:srgbClr val="5ACBF0"/>
          </p15:clr>
        </p15:guide>
        <p15:guide id="3" pos="6216">
          <p15:clr>
            <a:srgbClr val="5ACBF0"/>
          </p15:clr>
        </p15:guide>
        <p15:guide id="5" pos="5850">
          <p15:clr>
            <a:srgbClr val="5ACBF0"/>
          </p15:clr>
        </p15:guide>
        <p15:guide id="7" pos="4392">
          <p15:clr>
            <a:srgbClr val="5ACBF0"/>
          </p15:clr>
        </p15:guide>
        <p15:guide id="8" pos="3292">
          <p15:clr>
            <a:srgbClr val="5ACBF0"/>
          </p15:clr>
        </p15:guide>
        <p15:guide id="10" pos="2926">
          <p15:clr>
            <a:srgbClr val="5ACBF0"/>
          </p15:clr>
        </p15:guide>
        <p15:guide id="11" pos="4754">
          <p15:clr>
            <a:srgbClr val="5ACBF0"/>
          </p15:clr>
        </p15:guide>
        <p15:guide id="13" pos="1464">
          <p15:clr>
            <a:srgbClr val="5ACBF0"/>
          </p15:clr>
        </p15:guide>
        <p15:guide id="14" orient="horz" pos="1440">
          <p15:clr>
            <a:srgbClr val="5ACBF0"/>
          </p15:clr>
        </p15:guide>
        <p15:guide id="15" pos="1830">
          <p15:clr>
            <a:srgbClr val="5ACBF0"/>
          </p15:clr>
        </p15:guide>
        <p15:guide id="16" orient="horz" pos="2533">
          <p15:clr>
            <a:srgbClr val="5ACBF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Developer Code Layout">
    <p:bg>
      <p:bgPr>
        <a:solidFill>
          <a:srgbClr val="E1D3C7"/>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636FE-845C-418D-82A1-1DA6DB73D781}"/>
              </a:ext>
            </a:extLst>
          </p:cNvPr>
          <p:cNvSpPr>
            <a:spLocks noGrp="1"/>
          </p:cNvSpPr>
          <p:nvPr>
            <p:ph type="title"/>
          </p:nvPr>
        </p:nvSpPr>
        <p:spPr/>
        <p:txBody>
          <a:bodyPr anchor="ctr"/>
          <a:lstStyle/>
          <a:p>
            <a:r>
              <a:rPr lang="en-US"/>
              <a:t>Click to edit Master title style</a:t>
            </a:r>
          </a:p>
        </p:txBody>
      </p:sp>
      <p:sp>
        <p:nvSpPr>
          <p:cNvPr id="6" name="Rectangle 5">
            <a:extLst>
              <a:ext uri="{FF2B5EF4-FFF2-40B4-BE49-F238E27FC236}">
                <a16:creationId xmlns:a16="http://schemas.microsoft.com/office/drawing/2014/main" id="{182D46E0-16CE-40B0-8623-F82D5D410958}"/>
              </a:ext>
              <a:ext uri="{C183D7F6-B498-43B3-948B-1728B52AA6E4}">
                <adec:decorative xmlns:adec="http://schemas.microsoft.com/office/drawing/2017/decorative" val="1"/>
              </a:ext>
            </a:extLst>
          </p:cNvPr>
          <p:cNvSpPr/>
          <p:nvPr/>
        </p:nvSpPr>
        <p:spPr bwMode="auto">
          <a:xfrm>
            <a:off x="0" y="1436688"/>
            <a:ext cx="12192000" cy="542131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8" name="Text Placeholder 14">
            <a:extLst>
              <a:ext uri="{FF2B5EF4-FFF2-40B4-BE49-F238E27FC236}">
                <a16:creationId xmlns:a16="http://schemas.microsoft.com/office/drawing/2014/main" id="{44977AB6-1D7E-4858-A2EA-BF86577C3990}"/>
              </a:ext>
            </a:extLst>
          </p:cNvPr>
          <p:cNvSpPr>
            <a:spLocks noGrp="1"/>
          </p:cNvSpPr>
          <p:nvPr>
            <p:ph type="body" sz="quarter" idx="13" hasCustomPrompt="1"/>
          </p:nvPr>
        </p:nvSpPr>
        <p:spPr>
          <a:xfrm>
            <a:off x="0" y="1436688"/>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5" name="Text Placeholder 4" descr="This layout should only be used for developer code. The font used is a monospace font which is ideal for showing code.">
            <a:extLst>
              <a:ext uri="{FF2B5EF4-FFF2-40B4-BE49-F238E27FC236}">
                <a16:creationId xmlns:a16="http://schemas.microsoft.com/office/drawing/2014/main" id="{BA9F61CF-FF79-485A-A6C8-A1952EFD58AE}"/>
              </a:ext>
            </a:extLst>
          </p:cNvPr>
          <p:cNvSpPr>
            <a:spLocks noGrp="1"/>
          </p:cNvSpPr>
          <p:nvPr>
            <p:ph type="body" sz="quarter" idx="10"/>
          </p:nvPr>
        </p:nvSpPr>
        <p:spPr>
          <a:xfrm>
            <a:off x="588263" y="2099310"/>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553" indent="0">
              <a:buNone/>
              <a:tabLst>
                <a:tab pos="344488" algn="l"/>
              </a:tabLst>
              <a:defRPr sz="2400">
                <a:solidFill>
                  <a:schemeClr val="tx1"/>
                </a:solidFill>
                <a:latin typeface="Consolas" panose="020B0609020204030204" pitchFamily="49" charset="0"/>
                <a:cs typeface="Consolas" panose="020B0609020204030204" pitchFamily="49" charset="0"/>
              </a:defRPr>
            </a:lvl2pPr>
            <a:lvl3pPr marL="584607" indent="0">
              <a:buNone/>
              <a:tabLst>
                <a:tab pos="569913" algn="l"/>
              </a:tabLst>
              <a:defRPr sz="2400">
                <a:solidFill>
                  <a:schemeClr val="tx1"/>
                </a:solidFill>
                <a:latin typeface="Consolas" panose="020B0609020204030204" pitchFamily="49" charset="0"/>
                <a:cs typeface="Consolas" panose="020B0609020204030204" pitchFamily="49" charset="0"/>
              </a:defRPr>
            </a:lvl3pPr>
            <a:lvl4pPr marL="814563" indent="0">
              <a:buNone/>
              <a:tabLst>
                <a:tab pos="800100" algn="l"/>
              </a:tabLst>
              <a:defRPr sz="2400">
                <a:solidFill>
                  <a:schemeClr val="tx1"/>
                </a:solidFill>
                <a:latin typeface="Consolas" panose="020B0609020204030204" pitchFamily="49" charset="0"/>
                <a:cs typeface="Consolas" panose="020B0609020204030204" pitchFamily="49" charset="0"/>
              </a:defRPr>
            </a:lvl4pPr>
            <a:lvl5pPr marL="1050997" indent="0">
              <a:buNone/>
              <a:tabLst>
                <a:tab pos="1028700" algn="l"/>
              </a:tabLst>
              <a:defRPr sz="2400">
                <a:solidFill>
                  <a:schemeClr val="tx1"/>
                </a:solidFill>
                <a:latin typeface="Consolas" panose="020B0609020204030204" pitchFamily="49" charset="0"/>
                <a:cs typeface="Consolas" panose="020B0609020204030204" pitchFamily="49" charset="0"/>
              </a:defRPr>
            </a:lvl5pPr>
          </a:lstStyle>
          <a:p>
            <a:pPr lvl="0"/>
            <a:r>
              <a:rPr lang="en-US"/>
              <a:t>Click to edit Master text styles</a:t>
            </a:r>
          </a:p>
        </p:txBody>
      </p:sp>
    </p:spTree>
    <p:extLst>
      <p:ext uri="{BB962C8B-B14F-4D97-AF65-F5344CB8AC3E}">
        <p14:creationId xmlns:p14="http://schemas.microsoft.com/office/powerpoint/2010/main" val="568486163"/>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1322">
          <p15:clr>
            <a:srgbClr val="5ACBF0"/>
          </p15:clr>
        </p15:guide>
        <p15:guide id="2" orient="horz" pos="905">
          <p15:clr>
            <a:srgbClr val="5ACBF0"/>
          </p15:clr>
        </p15:guide>
        <p15:guide id="3" orient="horz" pos="288">
          <p15:clr>
            <a:srgbClr val="5ACBF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de Bottom">
    <p:bg>
      <p:bgPr>
        <a:solidFill>
          <a:schemeClr val="bg2"/>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1845FFD-6B9A-4013-932A-5E4D7E849D10}"/>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19" name="Text Placeholder 3">
            <a:extLst>
              <a:ext uri="{FF2B5EF4-FFF2-40B4-BE49-F238E27FC236}">
                <a16:creationId xmlns:a16="http://schemas.microsoft.com/office/drawing/2014/main" id="{7B17F8BB-3610-1A4F-9E76-B12E706A5517}"/>
              </a:ext>
            </a:extLst>
          </p:cNvPr>
          <p:cNvSpPr>
            <a:spLocks noGrp="1"/>
          </p:cNvSpPr>
          <p:nvPr>
            <p:ph type="body" sz="quarter" idx="10" hasCustomPrompt="1"/>
          </p:nvPr>
        </p:nvSpPr>
        <p:spPr>
          <a:xfrm>
            <a:off x="586390" y="1230681"/>
            <a:ext cx="11018520" cy="369332"/>
          </a:xfrm>
        </p:spPr>
        <p:txBody>
          <a:bodyPr wrap="square">
            <a:spAutoFit/>
          </a:bodyPr>
          <a:lstStyle>
            <a:lvl1pPr marL="0" indent="0">
              <a:spcBef>
                <a:spcPts val="600"/>
              </a:spcBef>
              <a:spcAft>
                <a:spcPts val="0"/>
              </a:spcAft>
              <a:buNone/>
              <a:defRPr sz="2400">
                <a:solidFill>
                  <a:schemeClr val="tx1"/>
                </a:solidFill>
                <a:latin typeface="+mn-lt"/>
                <a:cs typeface="Segoe UI" panose="020B0502040204020203" pitchFamily="34" charset="0"/>
              </a:defRPr>
            </a:lvl1pPr>
            <a:lvl2pPr marL="228531" indent="0">
              <a:buNone/>
              <a:defRPr sz="240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
        <p:nvSpPr>
          <p:cNvPr id="5" name="Rectangle 4">
            <a:extLst>
              <a:ext uri="{FF2B5EF4-FFF2-40B4-BE49-F238E27FC236}">
                <a16:creationId xmlns:a16="http://schemas.microsoft.com/office/drawing/2014/main" id="{F1EBE70E-6A93-4EB4-A189-6F9DE42CEE12}"/>
              </a:ext>
              <a:ext uri="{C183D7F6-B498-43B3-948B-1728B52AA6E4}">
                <adec:decorative xmlns:adec="http://schemas.microsoft.com/office/drawing/2017/decorative" val="1"/>
              </a:ext>
            </a:extLst>
          </p:cNvPr>
          <p:cNvSpPr/>
          <p:nvPr/>
        </p:nvSpPr>
        <p:spPr bwMode="auto">
          <a:xfrm>
            <a:off x="0" y="2827138"/>
            <a:ext cx="12192000" cy="403086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17" name="Text Placeholder 14">
            <a:extLst>
              <a:ext uri="{FF2B5EF4-FFF2-40B4-BE49-F238E27FC236}">
                <a16:creationId xmlns:a16="http://schemas.microsoft.com/office/drawing/2014/main" id="{0E9A2E28-037B-FA4D-ADDC-1AFA11D65CB2}"/>
              </a:ext>
            </a:extLst>
          </p:cNvPr>
          <p:cNvSpPr>
            <a:spLocks noGrp="1"/>
          </p:cNvSpPr>
          <p:nvPr>
            <p:ph type="body" sz="quarter" idx="13" hasCustomPrompt="1"/>
          </p:nvPr>
        </p:nvSpPr>
        <p:spPr>
          <a:xfrm>
            <a:off x="0" y="2827138"/>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6389" y="3491219"/>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3657639216"/>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4" orient="horz" pos="1776">
          <p15:clr>
            <a:srgbClr val="5ACBF0"/>
          </p15:clr>
        </p15:guide>
        <p15:guide id="5" orient="horz" pos="2197">
          <p15:clr>
            <a:srgbClr val="5ACBF0"/>
          </p15:clr>
        </p15:guide>
        <p15:guide id="6" orient="horz" pos="773">
          <p15:clr>
            <a:srgbClr val="5ACBF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Code Top">
    <p:bg>
      <p:bgPr>
        <a:solidFill>
          <a:schemeClr val="bg2"/>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1EBE70E-6A93-4EB4-A189-6F9DE42CEE12}"/>
              </a:ext>
              <a:ext uri="{C183D7F6-B498-43B3-948B-1728B52AA6E4}">
                <adec:decorative xmlns:adec="http://schemas.microsoft.com/office/drawing/2017/decorative" val="1"/>
              </a:ext>
            </a:extLst>
          </p:cNvPr>
          <p:cNvSpPr/>
          <p:nvPr/>
        </p:nvSpPr>
        <p:spPr bwMode="auto">
          <a:xfrm>
            <a:off x="0" y="0"/>
            <a:ext cx="12192000" cy="403086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3" name="Title 2">
            <a:extLst>
              <a:ext uri="{FF2B5EF4-FFF2-40B4-BE49-F238E27FC236}">
                <a16:creationId xmlns:a16="http://schemas.microsoft.com/office/drawing/2014/main" id="{71845FFD-6B9A-4013-932A-5E4D7E849D10}"/>
              </a:ext>
            </a:extLst>
          </p:cNvPr>
          <p:cNvSpPr>
            <a:spLocks noGrp="1"/>
          </p:cNvSpPr>
          <p:nvPr>
            <p:ph type="title"/>
          </p:nvPr>
        </p:nvSpPr>
        <p:spPr>
          <a:xfrm>
            <a:off x="588263" y="4224580"/>
            <a:ext cx="11018520" cy="492443"/>
          </a:xfrm>
        </p:spPr>
        <p:txBody>
          <a:bodyPr/>
          <a:lstStyle>
            <a:lvl1pPr>
              <a:defRPr sz="3200">
                <a:solidFill>
                  <a:schemeClr val="tx1"/>
                </a:solidFill>
              </a:defRPr>
            </a:lvl1pPr>
          </a:lstStyle>
          <a:p>
            <a:r>
              <a:rPr lang="en-US"/>
              <a:t>Click to edit Master title style</a:t>
            </a:r>
          </a:p>
        </p:txBody>
      </p:sp>
      <p:sp>
        <p:nvSpPr>
          <p:cNvPr id="17" name="Text Placeholder 14">
            <a:extLst>
              <a:ext uri="{FF2B5EF4-FFF2-40B4-BE49-F238E27FC236}">
                <a16:creationId xmlns:a16="http://schemas.microsoft.com/office/drawing/2014/main" id="{0E9A2E28-037B-FA4D-ADDC-1AFA11D65CB2}"/>
              </a:ext>
            </a:extLst>
          </p:cNvPr>
          <p:cNvSpPr>
            <a:spLocks noGrp="1"/>
          </p:cNvSpPr>
          <p:nvPr>
            <p:ph type="body" sz="quarter" idx="13" hasCustomPrompt="1"/>
          </p:nvPr>
        </p:nvSpPr>
        <p:spPr>
          <a:xfrm>
            <a:off x="0" y="0"/>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6389" y="660508"/>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
        <p:nvSpPr>
          <p:cNvPr id="19" name="Text Placeholder 3">
            <a:extLst>
              <a:ext uri="{FF2B5EF4-FFF2-40B4-BE49-F238E27FC236}">
                <a16:creationId xmlns:a16="http://schemas.microsoft.com/office/drawing/2014/main" id="{7B17F8BB-3610-1A4F-9E76-B12E706A5517}"/>
              </a:ext>
            </a:extLst>
          </p:cNvPr>
          <p:cNvSpPr>
            <a:spLocks noGrp="1"/>
          </p:cNvSpPr>
          <p:nvPr>
            <p:ph type="body" sz="quarter" idx="10" hasCustomPrompt="1"/>
          </p:nvPr>
        </p:nvSpPr>
        <p:spPr>
          <a:xfrm>
            <a:off x="591152" y="4996505"/>
            <a:ext cx="11018520" cy="369332"/>
          </a:xfrm>
        </p:spPr>
        <p:txBody>
          <a:bodyPr wrap="square">
            <a:spAutoFit/>
          </a:bodyPr>
          <a:lstStyle>
            <a:lvl1pPr marL="0" indent="0">
              <a:spcBef>
                <a:spcPts val="600"/>
              </a:spcBef>
              <a:spcAft>
                <a:spcPts val="0"/>
              </a:spcAft>
              <a:buNone/>
              <a:defRPr sz="2400">
                <a:solidFill>
                  <a:schemeClr val="tx1"/>
                </a:solidFill>
                <a:latin typeface="+mn-lt"/>
                <a:cs typeface="Segoe UI" panose="020B0502040204020203" pitchFamily="34" charset="0"/>
              </a:defRPr>
            </a:lvl1pPr>
            <a:lvl2pPr marL="228531" indent="0">
              <a:buNone/>
              <a:defRPr sz="240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Tree>
    <p:extLst>
      <p:ext uri="{BB962C8B-B14F-4D97-AF65-F5344CB8AC3E}">
        <p14:creationId xmlns:p14="http://schemas.microsoft.com/office/powerpoint/2010/main" val="692859220"/>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4" orient="horz" pos="2661">
          <p15:clr>
            <a:srgbClr val="5ACBF0"/>
          </p15:clr>
        </p15:guide>
        <p15:guide id="5" orient="horz" pos="3147">
          <p15:clr>
            <a:srgbClr val="5ACBF0"/>
          </p15:clr>
        </p15:guide>
        <p15:guide id="6" orient="horz" pos="419">
          <p15:clr>
            <a:srgbClr val="5ACBF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ode Right side">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82BB27-7DA5-4478-8C18-C1FFEE20AAC1}"/>
              </a:ext>
            </a:extLst>
          </p:cNvPr>
          <p:cNvSpPr>
            <a:spLocks noGrp="1"/>
          </p:cNvSpPr>
          <p:nvPr>
            <p:ph type="title" hasCustomPrompt="1"/>
          </p:nvPr>
        </p:nvSpPr>
        <p:spPr>
          <a:xfrm>
            <a:off x="588263" y="457200"/>
            <a:ext cx="4040887" cy="492443"/>
          </a:xfrm>
        </p:spPr>
        <p:txBody>
          <a:bodyPr/>
          <a:lstStyle>
            <a:lvl1pPr>
              <a:defRPr sz="3200">
                <a:solidFill>
                  <a:schemeClr val="tx1"/>
                </a:solidFill>
              </a:defRPr>
            </a:lvl1pPr>
          </a:lstStyle>
          <a:p>
            <a:r>
              <a:rPr lang="en-US"/>
              <a:t>Click to edit title</a:t>
            </a:r>
          </a:p>
        </p:txBody>
      </p:sp>
      <p:sp>
        <p:nvSpPr>
          <p:cNvPr id="12" name="Text Placeholder 3">
            <a:extLst>
              <a:ext uri="{FF2B5EF4-FFF2-40B4-BE49-F238E27FC236}">
                <a16:creationId xmlns:a16="http://schemas.microsoft.com/office/drawing/2014/main" id="{2BB818A5-4223-0847-B6E2-655C7DC7B6B4}"/>
              </a:ext>
            </a:extLst>
          </p:cNvPr>
          <p:cNvSpPr>
            <a:spLocks noGrp="1"/>
          </p:cNvSpPr>
          <p:nvPr>
            <p:ph type="body" sz="quarter" idx="10" hasCustomPrompt="1"/>
          </p:nvPr>
        </p:nvSpPr>
        <p:spPr>
          <a:xfrm>
            <a:off x="588965" y="1338139"/>
            <a:ext cx="4040185" cy="369332"/>
          </a:xfrm>
        </p:spPr>
        <p:txBody>
          <a:bodyPr wrap="square">
            <a:spAutoFit/>
          </a:bodyPr>
          <a:lstStyle>
            <a:lvl1pPr marL="0" indent="0">
              <a:lnSpc>
                <a:spcPct val="100000"/>
              </a:lnSpc>
              <a:spcBef>
                <a:spcPts val="600"/>
              </a:spcBef>
              <a:spcAft>
                <a:spcPts val="0"/>
              </a:spcAft>
              <a:buNone/>
              <a:defRPr sz="2400" b="0" i="0" baseline="0">
                <a:solidFill>
                  <a:schemeClr val="tx1"/>
                </a:solidFill>
                <a:latin typeface="Segoe UI" panose="020B0502040204020203" pitchFamily="34" charset="0"/>
                <a:cs typeface="Segoe UI" panose="020B0502040204020203" pitchFamily="34" charset="0"/>
              </a:defRPr>
            </a:lvl1pPr>
            <a:lvl2pPr marL="0" indent="0">
              <a:lnSpc>
                <a:spcPct val="100000"/>
              </a:lnSpc>
              <a:spcBef>
                <a:spcPts val="60"/>
              </a:spcBef>
              <a:spcAft>
                <a:spcPts val="60"/>
              </a:spcAft>
              <a:buNone/>
              <a:defRPr sz="2400" b="0" i="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p:nvSpPr>
        <p:spPr bwMode="auto">
          <a:xfrm>
            <a:off x="5205984"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19" name="Text Placeholder 14">
            <a:extLst>
              <a:ext uri="{FF2B5EF4-FFF2-40B4-BE49-F238E27FC236}">
                <a16:creationId xmlns:a16="http://schemas.microsoft.com/office/drawing/2014/main" id="{0D599919-A8E3-4D2B-86CF-50C6704F17D5}"/>
              </a:ext>
            </a:extLst>
          </p:cNvPr>
          <p:cNvSpPr>
            <a:spLocks noGrp="1"/>
          </p:cNvSpPr>
          <p:nvPr>
            <p:ph type="body" sz="quarter" idx="13" hasCustomPrompt="1"/>
          </p:nvPr>
        </p:nvSpPr>
        <p:spPr>
          <a:xfrm>
            <a:off x="5211763" y="0"/>
            <a:ext cx="3788358" cy="492314"/>
          </a:xfrm>
          <a:gradFill flip="none" rotWithShape="1">
            <a:gsLst>
              <a:gs pos="0">
                <a:srgbClr val="000000"/>
              </a:gs>
              <a:gs pos="99000">
                <a:srgbClr val="000000"/>
              </a:gs>
              <a:gs pos="99000">
                <a:schemeClr val="accent1"/>
              </a:gs>
            </a:gsLst>
            <a:lin ang="10800000" scaled="1"/>
            <a:tileRect/>
          </a:gradFill>
        </p:spPr>
        <p:txBody>
          <a:bodyPr lIns="585216" tIns="91440" bIns="9144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00725" y="709187"/>
            <a:ext cx="5801961" cy="369332"/>
          </a:xfrm>
        </p:spPr>
        <p:txBody>
          <a:bodyPr/>
          <a:lstStyle>
            <a:lvl1pPr marL="0" indent="0">
              <a:buNone/>
              <a:tabLst/>
              <a:defRPr sz="2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1857840245"/>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2" orient="horz" pos="445">
          <p15:clr>
            <a:srgbClr val="5ACBF0"/>
          </p15:clr>
        </p15:guide>
        <p15:guide id="4" orient="horz" pos="843">
          <p15:clr>
            <a:srgbClr val="5ACBF0"/>
          </p15:clr>
        </p15:guide>
        <p15:guide id="7" pos="3283">
          <p15:clr>
            <a:srgbClr val="5ACBF0"/>
          </p15:clr>
        </p15:guide>
        <p15:guide id="8" pos="3654">
          <p15:clr>
            <a:srgbClr val="5ACBF0"/>
          </p15:clr>
        </p15:guide>
        <p15:guide id="9" pos="2916">
          <p15:clr>
            <a:srgbClr val="5ACBF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Code Left sde">
    <p:bg>
      <p:bgPr>
        <a:solidFill>
          <a:schemeClr val="bg2"/>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p:nvSpPr>
        <p:spPr bwMode="auto">
          <a:xfrm>
            <a:off x="-2"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6BB14A7D-C409-4A7C-9D82-A2E5DBB8AB72}"/>
              </a:ext>
            </a:extLst>
          </p:cNvPr>
          <p:cNvSpPr>
            <a:spLocks noGrp="1"/>
          </p:cNvSpPr>
          <p:nvPr>
            <p:ph type="title" hasCustomPrompt="1"/>
          </p:nvPr>
        </p:nvSpPr>
        <p:spPr>
          <a:xfrm>
            <a:off x="7575549" y="457200"/>
            <a:ext cx="4031233" cy="492443"/>
          </a:xfrm>
        </p:spPr>
        <p:txBody>
          <a:bodyPr/>
          <a:lstStyle>
            <a:lvl1pPr>
              <a:defRPr sz="3200">
                <a:solidFill>
                  <a:schemeClr val="tx1"/>
                </a:solidFill>
              </a:defRPr>
            </a:lvl1pPr>
          </a:lstStyle>
          <a:p>
            <a:r>
              <a:rPr lang="en-US"/>
              <a:t>Click to edit title</a:t>
            </a:r>
          </a:p>
        </p:txBody>
      </p:sp>
      <p:sp>
        <p:nvSpPr>
          <p:cNvPr id="19" name="Text Placeholder 14">
            <a:extLst>
              <a:ext uri="{FF2B5EF4-FFF2-40B4-BE49-F238E27FC236}">
                <a16:creationId xmlns:a16="http://schemas.microsoft.com/office/drawing/2014/main" id="{0D599919-A8E3-4D2B-86CF-50C6704F17D5}"/>
              </a:ext>
            </a:extLst>
          </p:cNvPr>
          <p:cNvSpPr>
            <a:spLocks noGrp="1"/>
          </p:cNvSpPr>
          <p:nvPr>
            <p:ph type="body" sz="quarter" idx="13" hasCustomPrompt="1"/>
          </p:nvPr>
        </p:nvSpPr>
        <p:spPr>
          <a:xfrm>
            <a:off x="-1" y="0"/>
            <a:ext cx="3788358" cy="492314"/>
          </a:xfrm>
          <a:gradFill flip="none" rotWithShape="1">
            <a:gsLst>
              <a:gs pos="0">
                <a:srgbClr val="000000"/>
              </a:gs>
              <a:gs pos="99000">
                <a:srgbClr val="000000"/>
              </a:gs>
              <a:gs pos="99000">
                <a:schemeClr val="accent1"/>
              </a:gs>
            </a:gsLst>
            <a:lin ang="10800000" scaled="1"/>
            <a:tileRect/>
          </a:gradFill>
        </p:spPr>
        <p:txBody>
          <a:bodyPr lIns="585216" tIns="91440" bIns="9144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4199" y="706011"/>
            <a:ext cx="5819775" cy="369332"/>
          </a:xfrm>
        </p:spPr>
        <p:txBody>
          <a:bodyPr/>
          <a:lstStyle>
            <a:lvl1pPr marL="0" indent="0">
              <a:buNone/>
              <a:defRPr sz="2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
        <p:nvSpPr>
          <p:cNvPr id="12" name="Text Placeholder 3">
            <a:extLst>
              <a:ext uri="{FF2B5EF4-FFF2-40B4-BE49-F238E27FC236}">
                <a16:creationId xmlns:a16="http://schemas.microsoft.com/office/drawing/2014/main" id="{2BB818A5-4223-0847-B6E2-655C7DC7B6B4}"/>
              </a:ext>
            </a:extLst>
          </p:cNvPr>
          <p:cNvSpPr>
            <a:spLocks noGrp="1"/>
          </p:cNvSpPr>
          <p:nvPr>
            <p:ph type="body" sz="quarter" idx="10" hasCustomPrompt="1"/>
          </p:nvPr>
        </p:nvSpPr>
        <p:spPr>
          <a:xfrm>
            <a:off x="7575550" y="1336675"/>
            <a:ext cx="4033838" cy="369332"/>
          </a:xfrm>
        </p:spPr>
        <p:txBody>
          <a:bodyPr wrap="square">
            <a:spAutoFit/>
          </a:bodyPr>
          <a:lstStyle>
            <a:lvl1pPr marL="0" indent="0">
              <a:lnSpc>
                <a:spcPct val="100000"/>
              </a:lnSpc>
              <a:spcBef>
                <a:spcPts val="600"/>
              </a:spcBef>
              <a:spcAft>
                <a:spcPts val="0"/>
              </a:spcAft>
              <a:buNone/>
              <a:defRPr sz="2400" b="0" i="0" baseline="0">
                <a:solidFill>
                  <a:schemeClr val="tx1"/>
                </a:solidFill>
                <a:latin typeface="Segoe UI" panose="020B0502040204020203" pitchFamily="34" charset="0"/>
                <a:cs typeface="Segoe UI" panose="020B0502040204020203" pitchFamily="34" charset="0"/>
              </a:defRPr>
            </a:lvl1pPr>
            <a:lvl2pPr marL="0" indent="0">
              <a:lnSpc>
                <a:spcPct val="100000"/>
              </a:lnSpc>
              <a:spcBef>
                <a:spcPts val="60"/>
              </a:spcBef>
              <a:spcAft>
                <a:spcPts val="60"/>
              </a:spcAft>
              <a:buNone/>
              <a:defRPr sz="2400" b="0" i="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Tree>
    <p:extLst>
      <p:ext uri="{BB962C8B-B14F-4D97-AF65-F5344CB8AC3E}">
        <p14:creationId xmlns:p14="http://schemas.microsoft.com/office/powerpoint/2010/main" val="3986416915"/>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2" orient="horz" pos="436">
          <p15:clr>
            <a:srgbClr val="5ACBF0"/>
          </p15:clr>
        </p15:guide>
        <p15:guide id="4" orient="horz" pos="839">
          <p15:clr>
            <a:srgbClr val="5ACBF0"/>
          </p15:clr>
        </p15:guide>
        <p15:guide id="6" pos="4402">
          <p15:clr>
            <a:srgbClr val="5ACBF0"/>
          </p15:clr>
        </p15:guide>
        <p15:guide id="7" pos="4034">
          <p15:clr>
            <a:srgbClr val="5ACBF0"/>
          </p15:clr>
        </p15:guide>
        <p15:guide id="8" pos="4772">
          <p15:clr>
            <a:srgbClr val="5ACBF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Demo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2977823"/>
            <a:ext cx="6400800" cy="553998"/>
          </a:xfrm>
          <a:noFill/>
        </p:spPr>
        <p:txBody>
          <a:bodyPr lIns="0" tIns="0" rIns="0" bIns="0" anchor="b" anchorCtr="0">
            <a:spAutoFit/>
          </a:bodyPr>
          <a:lstStyle>
            <a:lvl1pPr algn="l" defTabSz="932742" rtl="0" eaLnBrk="1" latinLnBrk="0" hangingPunct="1">
              <a:lnSpc>
                <a:spcPct val="90000"/>
              </a:lnSpc>
              <a:spcBef>
                <a:spcPct val="0"/>
              </a:spcBef>
              <a:buNone/>
              <a:defRPr lang="en-US" sz="4000" b="0" kern="1200" cap="none" spc="-50" baseline="0" dirty="0">
                <a:ln w="3175">
                  <a:noFill/>
                </a:ln>
                <a:solidFill>
                  <a:srgbClr val="000FFF"/>
                </a:solidFill>
                <a:effectLst/>
                <a:latin typeface="+mj-lt"/>
                <a:ea typeface="+mn-ea"/>
                <a:cs typeface="Segoe UI" pitchFamily="34" charset="0"/>
              </a:defRPr>
            </a:lvl1pPr>
          </a:lstStyle>
          <a:p>
            <a:r>
              <a:rPr lang="en-US" dirty="0"/>
              <a:t>Demo title</a:t>
            </a:r>
          </a:p>
        </p:txBody>
      </p:sp>
      <p:sp>
        <p:nvSpPr>
          <p:cNvPr id="5" name="Text Placeholder 4"/>
          <p:cNvSpPr>
            <a:spLocks noGrp="1"/>
          </p:cNvSpPr>
          <p:nvPr>
            <p:ph type="body" sz="quarter" idx="12" hasCustomPrompt="1"/>
          </p:nvPr>
        </p:nvSpPr>
        <p:spPr>
          <a:xfrm>
            <a:off x="585216" y="3977319"/>
            <a:ext cx="6400800" cy="246221"/>
          </a:xfrm>
          <a:noFill/>
        </p:spPr>
        <p:txBody>
          <a:bodyPr lIns="0" tIns="0" rIns="0" bIns="0">
            <a:spAutoFit/>
          </a:bodyPr>
          <a:lstStyle>
            <a:lvl1pPr marL="0" indent="0">
              <a:spcBef>
                <a:spcPts val="0"/>
              </a:spcBef>
              <a:spcAft>
                <a:spcPts val="0"/>
              </a:spcAft>
              <a:buFont typeface="Arial" panose="020B0604020202020204" pitchFamily="34" charset="0"/>
              <a:buNone/>
              <a:defRPr sz="1600" spc="0" baseline="0">
                <a:solidFill>
                  <a:schemeClr val="bg1"/>
                </a:solidFill>
                <a:latin typeface="+mn-lt"/>
              </a:defRPr>
            </a:lvl1pPr>
          </a:lstStyle>
          <a:p>
            <a:pPr lvl="0"/>
            <a:r>
              <a:rPr lang="en-US"/>
              <a:t>Speaker name</a:t>
            </a:r>
          </a:p>
        </p:txBody>
      </p:sp>
      <p:pic>
        <p:nvPicPr>
          <p:cNvPr id="4" name="Picture 3">
            <a:extLst>
              <a:ext uri="{FF2B5EF4-FFF2-40B4-BE49-F238E27FC236}">
                <a16:creationId xmlns:a16="http://schemas.microsoft.com/office/drawing/2014/main" id="{7792B67C-E6F5-5E0B-D0DD-351EF9355C5A}"/>
              </a:ext>
            </a:extLst>
          </p:cNvPr>
          <p:cNvPicPr>
            <a:picLocks noChangeAspect="1"/>
          </p:cNvPicPr>
          <p:nvPr userDrawn="1"/>
        </p:nvPicPr>
        <p:blipFill>
          <a:blip r:embed="rId3"/>
          <a:stretch>
            <a:fillRect/>
          </a:stretch>
        </p:blipFill>
        <p:spPr>
          <a:xfrm>
            <a:off x="9074692" y="6019257"/>
            <a:ext cx="1307016" cy="777986"/>
          </a:xfrm>
          <a:prstGeom prst="rect">
            <a:avLst/>
          </a:prstGeom>
        </p:spPr>
      </p:pic>
    </p:spTree>
    <p:extLst>
      <p:ext uri="{BB962C8B-B14F-4D97-AF65-F5344CB8AC3E}">
        <p14:creationId xmlns:p14="http://schemas.microsoft.com/office/powerpoint/2010/main" val="155603180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Demo slide 2">
    <p:bg>
      <p:bgPr>
        <a:solidFill>
          <a:srgbClr val="D7D2CB"/>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2977823"/>
            <a:ext cx="9144000" cy="553998"/>
          </a:xfrm>
          <a:noFill/>
        </p:spPr>
        <p:txBody>
          <a:bodyPr lIns="0" tIns="0" rIns="0" bIns="0" anchor="b" anchorCtr="0">
            <a:spAutoFit/>
          </a:bodyPr>
          <a:lstStyle>
            <a:lvl1pPr algn="l" defTabSz="932742" rtl="0" eaLnBrk="1" latinLnBrk="0" hangingPunct="1">
              <a:lnSpc>
                <a:spcPct val="90000"/>
              </a:lnSpc>
              <a:spcBef>
                <a:spcPct val="0"/>
              </a:spcBef>
              <a:buNone/>
              <a:defRPr lang="en-US" sz="4000" b="0" kern="1200" cap="none" spc="-50" baseline="0" dirty="0">
                <a:ln w="3175">
                  <a:noFill/>
                </a:ln>
                <a:solidFill>
                  <a:schemeClr val="tx1"/>
                </a:solidFill>
                <a:effectLst/>
                <a:latin typeface="+mj-lt"/>
                <a:ea typeface="+mn-ea"/>
                <a:cs typeface="Segoe UI" pitchFamily="34" charset="0"/>
              </a:defRPr>
            </a:lvl1pPr>
          </a:lstStyle>
          <a:p>
            <a:r>
              <a:rPr lang="en-US"/>
              <a:t>Demo title</a:t>
            </a:r>
          </a:p>
        </p:txBody>
      </p:sp>
      <p:sp>
        <p:nvSpPr>
          <p:cNvPr id="5" name="Text Placeholder 4"/>
          <p:cNvSpPr>
            <a:spLocks noGrp="1"/>
          </p:cNvSpPr>
          <p:nvPr>
            <p:ph type="body" sz="quarter" idx="12" hasCustomPrompt="1"/>
          </p:nvPr>
        </p:nvSpPr>
        <p:spPr>
          <a:xfrm>
            <a:off x="585216" y="3977319"/>
            <a:ext cx="9144000" cy="246221"/>
          </a:xfrm>
          <a:noFill/>
        </p:spPr>
        <p:txBody>
          <a:bodyPr lIns="0" tIns="0" rIns="0" bIns="0">
            <a:spAutoFit/>
          </a:bodyPr>
          <a:lstStyle>
            <a:lvl1pPr marL="0" indent="0">
              <a:spcBef>
                <a:spcPts val="0"/>
              </a:spcBef>
              <a:spcAft>
                <a:spcPts val="0"/>
              </a:spcAft>
              <a:buFont typeface="Arial" panose="020B0604020202020204" pitchFamily="34" charset="0"/>
              <a:buNone/>
              <a:defRPr sz="1600" spc="0" baseline="0">
                <a:solidFill>
                  <a:schemeClr val="tx1"/>
                </a:solidFill>
                <a:latin typeface="+mn-lt"/>
              </a:defRPr>
            </a:lvl1pPr>
          </a:lstStyle>
          <a:p>
            <a:pPr lvl="0"/>
            <a:r>
              <a:rPr lang="en-US"/>
              <a:t>Speaker name</a:t>
            </a:r>
          </a:p>
        </p:txBody>
      </p:sp>
    </p:spTree>
    <p:extLst>
      <p:ext uri="{BB962C8B-B14F-4D97-AF65-F5344CB8AC3E}">
        <p14:creationId xmlns:p14="http://schemas.microsoft.com/office/powerpoint/2010/main" val="81276399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Section 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2980408"/>
            <a:ext cx="6675120" cy="553998"/>
          </a:xfrm>
          <a:noFill/>
        </p:spPr>
        <p:txBody>
          <a:bodyPr lIns="0" tIns="0" rIns="0" bIns="0" anchor="b" anchorCtr="0">
            <a:spAutoFit/>
          </a:bodyPr>
          <a:lstStyle>
            <a:lvl1pPr algn="l" defTabSz="932742" rtl="0" eaLnBrk="1" latinLnBrk="0" hangingPunct="1">
              <a:lnSpc>
                <a:spcPct val="90000"/>
              </a:lnSpc>
              <a:spcBef>
                <a:spcPct val="0"/>
              </a:spcBef>
              <a:buNone/>
              <a:defRPr lang="en-US" sz="4000" b="0" kern="1200" cap="none" spc="-50" baseline="0" dirty="0">
                <a:ln w="3175">
                  <a:noFill/>
                </a:ln>
                <a:solidFill>
                  <a:srgbClr val="000FFF"/>
                </a:solidFill>
                <a:effectLst/>
                <a:latin typeface="+mj-lt"/>
                <a:ea typeface="+mn-ea"/>
                <a:cs typeface="Segoe UI" pitchFamily="34" charset="0"/>
              </a:defRPr>
            </a:lvl1pPr>
          </a:lstStyle>
          <a:p>
            <a:r>
              <a:rPr lang="en-US" dirty="0"/>
              <a:t>Section title</a:t>
            </a:r>
          </a:p>
        </p:txBody>
      </p:sp>
      <p:pic>
        <p:nvPicPr>
          <p:cNvPr id="4" name="Picture 3">
            <a:extLst>
              <a:ext uri="{FF2B5EF4-FFF2-40B4-BE49-F238E27FC236}">
                <a16:creationId xmlns:a16="http://schemas.microsoft.com/office/drawing/2014/main" id="{76F9DBEA-5037-3989-110D-63F3EC5C9735}"/>
              </a:ext>
            </a:extLst>
          </p:cNvPr>
          <p:cNvPicPr>
            <a:picLocks noChangeAspect="1"/>
          </p:cNvPicPr>
          <p:nvPr userDrawn="1"/>
        </p:nvPicPr>
        <p:blipFill>
          <a:blip r:embed="rId3"/>
          <a:stretch>
            <a:fillRect/>
          </a:stretch>
        </p:blipFill>
        <p:spPr>
          <a:xfrm>
            <a:off x="585216" y="273912"/>
            <a:ext cx="1307016" cy="777986"/>
          </a:xfrm>
          <a:prstGeom prst="rect">
            <a:avLst/>
          </a:prstGeom>
        </p:spPr>
      </p:pic>
    </p:spTree>
    <p:extLst>
      <p:ext uri="{BB962C8B-B14F-4D97-AF65-F5344CB8AC3E}">
        <p14:creationId xmlns:p14="http://schemas.microsoft.com/office/powerpoint/2010/main" val="9755566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Section Title 2">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2980408"/>
            <a:ext cx="9144000" cy="553998"/>
          </a:xfrm>
          <a:noFill/>
        </p:spPr>
        <p:txBody>
          <a:bodyPr lIns="0" tIns="0" rIns="0" bIns="0" anchor="b" anchorCtr="0">
            <a:spAutoFit/>
          </a:bodyPr>
          <a:lstStyle>
            <a:lvl1pPr algn="l" defTabSz="932742" rtl="0" eaLnBrk="1" latinLnBrk="0" hangingPunct="1">
              <a:lnSpc>
                <a:spcPct val="90000"/>
              </a:lnSpc>
              <a:spcBef>
                <a:spcPct val="0"/>
              </a:spcBef>
              <a:buNone/>
              <a:defRPr lang="en-US" sz="4000" b="0" kern="1200" cap="none" spc="-50" baseline="0" dirty="0">
                <a:ln w="3175">
                  <a:noFill/>
                </a:ln>
                <a:solidFill>
                  <a:schemeClr val="tx1"/>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238462818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86853595"/>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Blank 2">
    <p:bg>
      <p:bgRef idx="1001">
        <a:schemeClr val="bg2"/>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45260213"/>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Closing logo slide">
    <p:bg>
      <p:bgRef idx="1001">
        <a:schemeClr val="bg2"/>
      </p:bgRef>
    </p:bg>
    <p:spTree>
      <p:nvGrpSpPr>
        <p:cNvPr id="1" name=""/>
        <p:cNvGrpSpPr/>
        <p:nvPr/>
      </p:nvGrpSpPr>
      <p:grpSpPr>
        <a:xfrm>
          <a:off x="0" y="0"/>
          <a:ext cx="0" cy="0"/>
          <a:chOff x="0" y="0"/>
          <a:chExt cx="0" cy="0"/>
        </a:xfrm>
      </p:grpSpPr>
      <p:sp>
        <p:nvSpPr>
          <p:cNvPr id="2" name="Text Box 3" descr="This is a copyright notice that should be included on the final slide."/>
          <p:cNvSpPr txBox="1">
            <a:spLocks noChangeArrowheads="1"/>
          </p:cNvSpPr>
          <p:nvPr/>
        </p:nvSpPr>
        <p:spPr bwMode="blackWhite">
          <a:xfrm>
            <a:off x="584200" y="6161316"/>
            <a:ext cx="4482124" cy="107722"/>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defTabSz="932290" eaLnBrk="0" hangingPunct="0"/>
            <a:r>
              <a:rPr lang="en-US" sz="700">
                <a:solidFill>
                  <a:schemeClr val="tx1"/>
                </a:solidFill>
                <a:cs typeface="Segoe UI" pitchFamily="34" charset="0"/>
              </a:rPr>
              <a:t>© Copyright Microsoft Corporation. All rights reserved. </a:t>
            </a:r>
          </a:p>
        </p:txBody>
      </p:sp>
      <p:pic>
        <p:nvPicPr>
          <p:cNvPr id="5" name="MS logo white - EMF" descr="Microsoft logo white text version">
            <a:extLst>
              <a:ext uri="{FF2B5EF4-FFF2-40B4-BE49-F238E27FC236}">
                <a16:creationId xmlns:a16="http://schemas.microsoft.com/office/drawing/2014/main" id="{70D3778F-A717-44C8-9013-FF206B15DD6D}"/>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3594519733"/>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Black Notes slide Layout">
    <p:bg bwMode="gray">
      <p:bgPr>
        <a:solidFill>
          <a:schemeClr val="bg1"/>
        </a:solidFill>
        <a:effectLst/>
      </p:bgPr>
    </p:bg>
    <p:spTree>
      <p:nvGrpSpPr>
        <p:cNvPr id="1" name=""/>
        <p:cNvGrpSpPr/>
        <p:nvPr/>
      </p:nvGrpSpPr>
      <p:grpSpPr>
        <a:xfrm>
          <a:off x="0" y="0"/>
          <a:ext cx="0" cy="0"/>
          <a:chOff x="0" y="0"/>
          <a:chExt cx="0" cy="0"/>
        </a:xfrm>
      </p:grpSpPr>
      <p:sp>
        <p:nvSpPr>
          <p:cNvPr id="3" name="Title 2"/>
          <p:cNvSpPr>
            <a:spLocks noGrp="1"/>
          </p:cNvSpPr>
          <p:nvPr>
            <p:ph type="title"/>
          </p:nvPr>
        </p:nvSpPr>
        <p:spPr bwMode="white"/>
        <p:txBody>
          <a:bodyPr/>
          <a:lstStyle>
            <a:lvl1pPr>
              <a:defRPr b="0">
                <a:solidFill>
                  <a:schemeClr val="tx1"/>
                </a:solidFill>
                <a:latin typeface="Segoe UI" pitchFamily="34" charset="0"/>
                <a:ea typeface="Segoe UI" pitchFamily="34" charset="0"/>
                <a:cs typeface="Segoe UI" pitchFamily="34" charset="0"/>
              </a:defRPr>
            </a:lvl1pPr>
          </a:lstStyle>
          <a:p>
            <a:r>
              <a:rPr lang="en-US"/>
              <a:t>Click to edit Master title style</a:t>
            </a:r>
          </a:p>
        </p:txBody>
      </p:sp>
      <p:sp>
        <p:nvSpPr>
          <p:cNvPr id="5" name="Text Placeholder 4">
            <a:extLst>
              <a:ext uri="{FF2B5EF4-FFF2-40B4-BE49-F238E27FC236}">
                <a16:creationId xmlns:a16="http://schemas.microsoft.com/office/drawing/2014/main" id="{F4B6606D-2DF9-48CD-BBE9-B751BF55CD2B}"/>
              </a:ext>
            </a:extLst>
          </p:cNvPr>
          <p:cNvSpPr>
            <a:spLocks noGrp="1"/>
          </p:cNvSpPr>
          <p:nvPr>
            <p:ph type="body" sz="quarter" idx="12"/>
          </p:nvPr>
        </p:nvSpPr>
        <p:spPr bwMode="white">
          <a:xfrm>
            <a:off x="584200" y="1436688"/>
            <a:ext cx="11018838" cy="2215991"/>
          </a:xfrm>
        </p:spPr>
        <p:txBody>
          <a:bodyPr>
            <a:spAutoFit/>
          </a:bodyPr>
          <a:lstStyle>
            <a:lvl1pPr>
              <a:defRPr sz="3600">
                <a:latin typeface="+mn-lt"/>
              </a:defRPr>
            </a:lvl1pPr>
            <a:lvl2pPr>
              <a:defRPr sz="2800">
                <a:latin typeface="+mn-lt"/>
              </a:defRPr>
            </a:lvl2pPr>
            <a:lvl3pPr>
              <a:defRPr sz="2400">
                <a:latin typeface="+mn-lt"/>
              </a:defRPr>
            </a:lvl3pPr>
            <a:lvl4pPr>
              <a:defRPr sz="2000">
                <a:latin typeface="+mn-lt"/>
              </a:defRPr>
            </a:lvl4pPr>
            <a:lvl5pPr>
              <a:defRPr sz="18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Next slide"/>
          <p:cNvSpPr>
            <a:spLocks noGrp="1"/>
          </p:cNvSpPr>
          <p:nvPr>
            <p:ph type="body" sz="quarter" idx="11" hasCustomPrompt="1"/>
          </p:nvPr>
        </p:nvSpPr>
        <p:spPr>
          <a:xfrm>
            <a:off x="1" y="6269038"/>
            <a:ext cx="12192001" cy="588963"/>
          </a:xfrm>
          <a:prstGeom prst="rect">
            <a:avLst/>
          </a:prstGeom>
          <a:solidFill>
            <a:srgbClr val="FFFF99"/>
          </a:solidFill>
        </p:spPr>
        <p:txBody>
          <a:bodyPr wrap="square" lIns="155457" tIns="77729" rIns="155457" bIns="45720" anchor="b" anchorCtr="0">
            <a:noAutofit/>
          </a:bodyPr>
          <a:lstStyle>
            <a:lvl1pPr algn="r">
              <a:buFont typeface="Arial" pitchFamily="34" charset="0"/>
              <a:buNone/>
              <a:defRPr sz="3700" spc="-51" baseline="0">
                <a:solidFill>
                  <a:srgbClr val="000000"/>
                </a:solidFill>
                <a:effectLst/>
                <a:latin typeface="Segoe UI" pitchFamily="34" charset="0"/>
                <a:ea typeface="Segoe UI" pitchFamily="34" charset="0"/>
                <a:cs typeface="Segoe UI" pitchFamily="34" charset="0"/>
              </a:defRPr>
            </a:lvl1pPr>
          </a:lstStyle>
          <a:p>
            <a:pPr lvl="0"/>
            <a:r>
              <a:rPr lang="en-US"/>
              <a:t>Next:</a:t>
            </a:r>
          </a:p>
        </p:txBody>
      </p:sp>
    </p:spTree>
    <p:extLst>
      <p:ext uri="{BB962C8B-B14F-4D97-AF65-F5344CB8AC3E}">
        <p14:creationId xmlns:p14="http://schemas.microsoft.com/office/powerpoint/2010/main" val="4065474139"/>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904">
          <p15:clr>
            <a:srgbClr val="5ACBF0"/>
          </p15:clr>
        </p15:guide>
        <p15:guide id="2" orient="horz" pos="288">
          <p15:clr>
            <a:srgbClr val="5ACBF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Test pattern">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E530C24-163F-15BF-3D01-A8CA8BF26885}"/>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1295056137"/>
      </p:ext>
    </p:extLst>
  </p:cSld>
  <p:clrMapOvr>
    <a:masterClrMapping/>
  </p:clrMapOvr>
  <p:transition>
    <p:fade/>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Walki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1EB811E0-B33A-BBFB-1572-0865CD9739FE}"/>
              </a:ext>
            </a:extLst>
          </p:cNvPr>
          <p:cNvSpPr>
            <a:spLocks noGrp="1"/>
          </p:cNvSpPr>
          <p:nvPr>
            <p:ph type="title" hasCustomPrompt="1"/>
          </p:nvPr>
        </p:nvSpPr>
        <p:spPr bwMode="white">
          <a:xfrm>
            <a:off x="584200" y="1746705"/>
            <a:ext cx="5577840" cy="1107996"/>
          </a:xfrm>
          <a:noFill/>
        </p:spPr>
        <p:txBody>
          <a:bodyPr vert="horz" wrap="square" lIns="0" tIns="0" rIns="0" bIns="0" rtlCol="0" anchor="b" anchorCtr="0">
            <a:spAutoFit/>
          </a:bodyPr>
          <a:lstStyle>
            <a:lvl1pPr>
              <a:defRPr lang="en-US" sz="4000" b="0" kern="1200" cap="none" spc="-50" baseline="0" dirty="0">
                <a:ln w="3175">
                  <a:noFill/>
                </a:ln>
                <a:solidFill>
                  <a:schemeClr val="tx1"/>
                </a:solidFill>
                <a:effectLst/>
                <a:latin typeface="Segoe Sans Display Semibold" pitchFamily="2" charset="0"/>
                <a:ea typeface="+mn-ea"/>
                <a:cs typeface="Segoe Sans Display Semibold" pitchFamily="2" charset="0"/>
              </a:defRPr>
            </a:lvl1pPr>
          </a:lstStyle>
          <a:p>
            <a:pPr marL="0" marR="0" lvl="0" indent="0" algn="l" defTabSz="932742" rtl="0" eaLnBrk="1" fontAlgn="auto" latinLnBrk="0" hangingPunct="1">
              <a:lnSpc>
                <a:spcPct val="90000"/>
              </a:lnSpc>
              <a:spcBef>
                <a:spcPct val="0"/>
              </a:spcBef>
              <a:spcAft>
                <a:spcPts val="0"/>
              </a:spcAft>
              <a:buClrTx/>
              <a:buSzPct val="90000"/>
              <a:buFont typeface="Wingdings" panose="05000000000000000000" pitchFamily="2" charset="2"/>
              <a:buNone/>
              <a:tabLst/>
            </a:pPr>
            <a:r>
              <a:rPr lang="en-US" dirty="0"/>
              <a:t>Event name or presentation title </a:t>
            </a:r>
          </a:p>
        </p:txBody>
      </p:sp>
      <p:sp>
        <p:nvSpPr>
          <p:cNvPr id="4" name="Text Placeholder 4">
            <a:extLst>
              <a:ext uri="{FF2B5EF4-FFF2-40B4-BE49-F238E27FC236}">
                <a16:creationId xmlns:a16="http://schemas.microsoft.com/office/drawing/2014/main" id="{E5239529-9FBA-2DF5-0EC8-B9A8A03AB753}"/>
              </a:ext>
            </a:extLst>
          </p:cNvPr>
          <p:cNvSpPr>
            <a:spLocks noGrp="1"/>
          </p:cNvSpPr>
          <p:nvPr>
            <p:ph type="body" sz="quarter" idx="12" hasCustomPrompt="1"/>
          </p:nvPr>
        </p:nvSpPr>
        <p:spPr bwMode="white">
          <a:xfrm>
            <a:off x="584200" y="3283323"/>
            <a:ext cx="5577840" cy="276999"/>
          </a:xfrm>
          <a:noFill/>
        </p:spPr>
        <p:txBody>
          <a:bodyPr wrap="square" lIns="0" tIns="0" rIns="0" bIns="0">
            <a:spAutoFit/>
          </a:bodyPr>
          <a:lstStyle>
            <a:lvl1pPr marL="0" indent="0">
              <a:spcBef>
                <a:spcPts val="0"/>
              </a:spcBef>
              <a:buNone/>
              <a:defRPr lang="en-US" sz="1800" kern="1200" spc="0" baseline="0" dirty="0">
                <a:solidFill>
                  <a:schemeClr val="tx1"/>
                </a:solidFill>
                <a:latin typeface="+mn-lt"/>
                <a:ea typeface="+mn-ea"/>
                <a:cs typeface="Segoe UI" panose="020B0502040204020203" pitchFamily="34" charset="0"/>
              </a:defRPr>
            </a:lvl1pPr>
          </a:lstStyle>
          <a:p>
            <a:pPr lvl="0"/>
            <a:r>
              <a:rPr lang="en-US" dirty="0"/>
              <a:t>The Software of </a:t>
            </a:r>
            <a:r>
              <a:rPr lang="en-US" dirty="0" err="1"/>
              <a:t>Tomorrrow</a:t>
            </a:r>
            <a:r>
              <a:rPr lang="en-US" dirty="0"/>
              <a:t> – Delivered Today.</a:t>
            </a:r>
          </a:p>
        </p:txBody>
      </p:sp>
      <p:pic>
        <p:nvPicPr>
          <p:cNvPr id="5" name="Picture 4">
            <a:extLst>
              <a:ext uri="{FF2B5EF4-FFF2-40B4-BE49-F238E27FC236}">
                <a16:creationId xmlns:a16="http://schemas.microsoft.com/office/drawing/2014/main" id="{0F1BE55F-45EA-0EF1-794A-A0D4F6E518DA}"/>
              </a:ext>
            </a:extLst>
          </p:cNvPr>
          <p:cNvPicPr>
            <a:picLocks noChangeAspect="1"/>
          </p:cNvPicPr>
          <p:nvPr userDrawn="1"/>
        </p:nvPicPr>
        <p:blipFill>
          <a:blip r:embed="rId3"/>
          <a:stretch>
            <a:fillRect/>
          </a:stretch>
        </p:blipFill>
        <p:spPr>
          <a:xfrm>
            <a:off x="9074692" y="6019257"/>
            <a:ext cx="1307016" cy="777986"/>
          </a:xfrm>
          <a:prstGeom prst="rect">
            <a:avLst/>
          </a:prstGeom>
        </p:spPr>
      </p:pic>
      <p:pic>
        <p:nvPicPr>
          <p:cNvPr id="8" name="Picture 7">
            <a:extLst>
              <a:ext uri="{FF2B5EF4-FFF2-40B4-BE49-F238E27FC236}">
                <a16:creationId xmlns:a16="http://schemas.microsoft.com/office/drawing/2014/main" id="{C9DE24C2-C0E0-7ABB-6D28-04A86D3AB6B8}"/>
              </a:ext>
            </a:extLst>
          </p:cNvPr>
          <p:cNvPicPr>
            <a:picLocks noChangeAspect="1"/>
          </p:cNvPicPr>
          <p:nvPr userDrawn="1"/>
        </p:nvPicPr>
        <p:blipFill>
          <a:blip r:embed="rId4"/>
          <a:stretch>
            <a:fillRect/>
          </a:stretch>
        </p:blipFill>
        <p:spPr>
          <a:xfrm>
            <a:off x="584200" y="311903"/>
            <a:ext cx="1366950" cy="813661"/>
          </a:xfrm>
          <a:prstGeom prst="rect">
            <a:avLst/>
          </a:prstGeom>
        </p:spPr>
      </p:pic>
    </p:spTree>
    <p:extLst>
      <p:ext uri="{BB962C8B-B14F-4D97-AF65-F5344CB8AC3E}">
        <p14:creationId xmlns:p14="http://schemas.microsoft.com/office/powerpoint/2010/main" val="4193230062"/>
      </p:ext>
    </p:extLst>
  </p:cSld>
  <p:clrMapOvr>
    <a:masterClrMapping/>
  </p:clrMapOvr>
  <p:transition>
    <p:fade/>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bwMode="white">
          <a:xfrm>
            <a:off x="584200" y="2425781"/>
            <a:ext cx="5577840" cy="1107996"/>
          </a:xfrm>
          <a:noFill/>
        </p:spPr>
        <p:txBody>
          <a:bodyPr vert="horz" wrap="square" lIns="0" tIns="0" rIns="0" bIns="0" rtlCol="0" anchor="b" anchorCtr="0">
            <a:spAutoFit/>
          </a:bodyPr>
          <a:lstStyle>
            <a:lvl1pPr>
              <a:defRPr lang="en-US" sz="4000" b="0" kern="1200" cap="none" spc="-50" baseline="0" dirty="0">
                <a:ln w="3175">
                  <a:noFill/>
                </a:ln>
                <a:solidFill>
                  <a:schemeClr val="tx1"/>
                </a:solidFill>
                <a:effectLst/>
                <a:latin typeface="Segoe Sans Display Semibold" pitchFamily="2" charset="0"/>
                <a:ea typeface="+mn-ea"/>
                <a:cs typeface="Segoe Sans Display Semibold" pitchFamily="2" charset="0"/>
              </a:defRPr>
            </a:lvl1pPr>
          </a:lstStyle>
          <a:p>
            <a:pPr marL="0" marR="0" lvl="0" indent="0" algn="l" defTabSz="932742" rtl="0" eaLnBrk="1" fontAlgn="auto" latinLnBrk="0" hangingPunct="1">
              <a:lnSpc>
                <a:spcPct val="90000"/>
              </a:lnSpc>
              <a:spcBef>
                <a:spcPct val="0"/>
              </a:spcBef>
              <a:spcAft>
                <a:spcPts val="0"/>
              </a:spcAft>
              <a:buClrTx/>
              <a:buSzPct val="90000"/>
              <a:buFont typeface="Wingdings" panose="05000000000000000000" pitchFamily="2" charset="2"/>
              <a:buNone/>
              <a:tabLst/>
            </a:pPr>
            <a:r>
              <a:rPr lang="en-US" dirty="0"/>
              <a:t>Event name or presentation title </a:t>
            </a:r>
          </a:p>
        </p:txBody>
      </p:sp>
      <p:sp>
        <p:nvSpPr>
          <p:cNvPr id="5" name="Text Placeholder 4"/>
          <p:cNvSpPr>
            <a:spLocks noGrp="1"/>
          </p:cNvSpPr>
          <p:nvPr>
            <p:ph type="body" sz="quarter" idx="12" hasCustomPrompt="1"/>
          </p:nvPr>
        </p:nvSpPr>
        <p:spPr bwMode="white">
          <a:xfrm>
            <a:off x="584200" y="3962399"/>
            <a:ext cx="5577840" cy="276999"/>
          </a:xfrm>
          <a:noFill/>
        </p:spPr>
        <p:txBody>
          <a:bodyPr wrap="square" lIns="0" tIns="0" rIns="0" bIns="0">
            <a:spAutoFit/>
          </a:bodyPr>
          <a:lstStyle>
            <a:lvl1pPr marL="0" indent="0">
              <a:spcBef>
                <a:spcPts val="0"/>
              </a:spcBef>
              <a:buNone/>
              <a:defRPr lang="en-US" sz="1800" kern="1200" spc="0" baseline="0" dirty="0">
                <a:solidFill>
                  <a:schemeClr val="tx1"/>
                </a:solidFill>
                <a:latin typeface="+mn-lt"/>
                <a:ea typeface="+mn-ea"/>
                <a:cs typeface="Segoe UI" panose="020B0502040204020203" pitchFamily="34" charset="0"/>
              </a:defRPr>
            </a:lvl1pPr>
          </a:lstStyle>
          <a:p>
            <a:pPr lvl="0"/>
            <a:r>
              <a:rPr lang="en-US" dirty="0"/>
              <a:t>The Software of </a:t>
            </a:r>
            <a:r>
              <a:rPr lang="en-US" dirty="0" err="1"/>
              <a:t>Tomorrrow</a:t>
            </a:r>
            <a:r>
              <a:rPr lang="en-US" dirty="0"/>
              <a:t> – Delivered Today.</a:t>
            </a:r>
          </a:p>
        </p:txBody>
      </p:sp>
      <p:pic>
        <p:nvPicPr>
          <p:cNvPr id="7" name="Picture 6">
            <a:extLst>
              <a:ext uri="{FF2B5EF4-FFF2-40B4-BE49-F238E27FC236}">
                <a16:creationId xmlns:a16="http://schemas.microsoft.com/office/drawing/2014/main" id="{58F581CD-B69D-FD84-E4CE-B6199EF90778}"/>
              </a:ext>
            </a:extLst>
          </p:cNvPr>
          <p:cNvPicPr>
            <a:picLocks noChangeAspect="1"/>
          </p:cNvPicPr>
          <p:nvPr userDrawn="1"/>
        </p:nvPicPr>
        <p:blipFill>
          <a:blip r:embed="rId3"/>
          <a:stretch>
            <a:fillRect/>
          </a:stretch>
        </p:blipFill>
        <p:spPr>
          <a:xfrm>
            <a:off x="584200" y="247973"/>
            <a:ext cx="1366950" cy="813661"/>
          </a:xfrm>
          <a:prstGeom prst="rect">
            <a:avLst/>
          </a:prstGeom>
        </p:spPr>
      </p:pic>
    </p:spTree>
    <p:extLst>
      <p:ext uri="{BB962C8B-B14F-4D97-AF65-F5344CB8AC3E}">
        <p14:creationId xmlns:p14="http://schemas.microsoft.com/office/powerpoint/2010/main" val="12197913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44">
          <p15:clr>
            <a:srgbClr val="5ACBF0"/>
          </p15:clr>
        </p15:guide>
        <p15:guide id="4" orient="horz" pos="2160">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Title Slide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918223"/>
            <a:ext cx="9144000" cy="615553"/>
          </a:xfrm>
          <a:noFill/>
        </p:spPr>
        <p:txBody>
          <a:bodyPr lIns="0" tIns="0" rIns="0" bIns="0" anchor="b" anchorCtr="0">
            <a:spAutoFit/>
          </a:bodyPr>
          <a:lstStyle>
            <a:lvl1pPr>
              <a:defRPr sz="4000" spc="-50" baseline="0">
                <a:solidFill>
                  <a:schemeClr val="tx1"/>
                </a:solidFill>
                <a:latin typeface="Segoe Sans Display Semibold" pitchFamily="2" charset="0"/>
                <a:cs typeface="Segoe Sans Display Semibold" pitchFamily="2"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9144000" cy="276999"/>
          </a:xfrm>
          <a:noFill/>
        </p:spPr>
        <p:txBody>
          <a:bodyPr wrap="square" lIns="0" tIns="0" rIns="0" bIns="0">
            <a:spAutoFit/>
          </a:bodyPr>
          <a:lstStyle>
            <a:lvl1pPr marL="0" indent="0">
              <a:spcBef>
                <a:spcPts val="0"/>
              </a:spcBef>
              <a:buNone/>
              <a:defRPr sz="1800" spc="0" baseline="0">
                <a:solidFill>
                  <a:schemeClr val="tx1"/>
                </a:solidFill>
                <a:latin typeface="+mn-lt"/>
                <a:cs typeface="Segoe UI" panose="020B0502040204020203" pitchFamily="34" charset="0"/>
              </a:defRPr>
            </a:lvl1pPr>
          </a:lstStyle>
          <a:p>
            <a:pPr lvl="0"/>
            <a:r>
              <a:rPr lang="en-US"/>
              <a:t>Speaker name or subtitle text</a:t>
            </a:r>
          </a:p>
        </p:txBody>
      </p:sp>
      <p:pic>
        <p:nvPicPr>
          <p:cNvPr id="4" name="Picture 3">
            <a:extLst>
              <a:ext uri="{FF2B5EF4-FFF2-40B4-BE49-F238E27FC236}">
                <a16:creationId xmlns:a16="http://schemas.microsoft.com/office/drawing/2014/main" id="{479490CC-4FE3-700D-548F-33BAEEB487BD}"/>
              </a:ext>
            </a:extLst>
          </p:cNvPr>
          <p:cNvPicPr>
            <a:picLocks noChangeAspect="1"/>
          </p:cNvPicPr>
          <p:nvPr userDrawn="1"/>
        </p:nvPicPr>
        <p:blipFill>
          <a:blip r:embed="rId3"/>
          <a:stretch>
            <a:fillRect/>
          </a:stretch>
        </p:blipFill>
        <p:spPr>
          <a:xfrm>
            <a:off x="584200" y="480447"/>
            <a:ext cx="1366950" cy="813661"/>
          </a:xfrm>
          <a:prstGeom prst="rect">
            <a:avLst/>
          </a:prstGeom>
        </p:spPr>
      </p:pic>
    </p:spTree>
    <p:extLst>
      <p:ext uri="{BB962C8B-B14F-4D97-AF65-F5344CB8AC3E}">
        <p14:creationId xmlns:p14="http://schemas.microsoft.com/office/powerpoint/2010/main" val="30709715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11018838" cy="483393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pic>
        <p:nvPicPr>
          <p:cNvPr id="5" name="Picture 4">
            <a:extLst>
              <a:ext uri="{FF2B5EF4-FFF2-40B4-BE49-F238E27FC236}">
                <a16:creationId xmlns:a16="http://schemas.microsoft.com/office/drawing/2014/main" id="{7F882783-BC42-5658-D5AE-BED6E67358C7}"/>
              </a:ext>
            </a:extLst>
          </p:cNvPr>
          <p:cNvPicPr>
            <a:picLocks noChangeAspect="1"/>
          </p:cNvPicPr>
          <p:nvPr userDrawn="1"/>
        </p:nvPicPr>
        <p:blipFill>
          <a:blip r:embed="rId3"/>
          <a:stretch>
            <a:fillRect/>
          </a:stretch>
        </p:blipFill>
        <p:spPr>
          <a:xfrm>
            <a:off x="9335147" y="5959098"/>
            <a:ext cx="1366950" cy="813661"/>
          </a:xfrm>
          <a:prstGeom prst="rect">
            <a:avLst/>
          </a:prstGeom>
        </p:spPr>
      </p:pic>
    </p:spTree>
    <p:extLst>
      <p:ext uri="{BB962C8B-B14F-4D97-AF65-F5344CB8AC3E}">
        <p14:creationId xmlns:p14="http://schemas.microsoft.com/office/powerpoint/2010/main" val="3384149223"/>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Title &amp; Non-bulleted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6390" y="1434370"/>
            <a:ext cx="11018520" cy="2308324"/>
          </a:xfrm>
        </p:spPr>
        <p:txBody>
          <a:bodyPr wrap="square">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3" name="Picture 2">
            <a:extLst>
              <a:ext uri="{FF2B5EF4-FFF2-40B4-BE49-F238E27FC236}">
                <a16:creationId xmlns:a16="http://schemas.microsoft.com/office/drawing/2014/main" id="{C407A47C-950A-D08C-7CA1-B83467EF7BBE}"/>
              </a:ext>
            </a:extLst>
          </p:cNvPr>
          <p:cNvPicPr>
            <a:picLocks noChangeAspect="1"/>
          </p:cNvPicPr>
          <p:nvPr userDrawn="1"/>
        </p:nvPicPr>
        <p:blipFill>
          <a:blip r:embed="rId3"/>
          <a:stretch>
            <a:fillRect/>
          </a:stretch>
        </p:blipFill>
        <p:spPr>
          <a:xfrm>
            <a:off x="9335147" y="5959098"/>
            <a:ext cx="1366950" cy="813661"/>
          </a:xfrm>
          <a:prstGeom prst="rect">
            <a:avLst/>
          </a:prstGeom>
        </p:spPr>
      </p:pic>
    </p:spTree>
    <p:extLst>
      <p:ext uri="{BB962C8B-B14F-4D97-AF65-F5344CB8AC3E}">
        <p14:creationId xmlns:p14="http://schemas.microsoft.com/office/powerpoint/2010/main" val="4264616589"/>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905">
          <p15:clr>
            <a:srgbClr val="5ACBF0"/>
          </p15:clr>
        </p15:guide>
        <p15:guide id="4" orient="horz" pos="1272">
          <p15:clr>
            <a:srgbClr val="5ACBF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Two Column Non-bulleted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lstStyle/>
          <a:p>
            <a:r>
              <a:rPr lang="en-US"/>
              <a:t>Click to edit Master title style</a:t>
            </a:r>
          </a:p>
        </p:txBody>
      </p:sp>
      <p:sp>
        <p:nvSpPr>
          <p:cNvPr id="4" name="Text Placeholder 3"/>
          <p:cNvSpPr>
            <a:spLocks noGrp="1"/>
          </p:cNvSpPr>
          <p:nvPr>
            <p:ph type="body" sz="quarter" idx="10"/>
          </p:nvPr>
        </p:nvSpPr>
        <p:spPr>
          <a:xfrm>
            <a:off x="584200"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3">
            <a:extLst>
              <a:ext uri="{FF2B5EF4-FFF2-40B4-BE49-F238E27FC236}">
                <a16:creationId xmlns:a16="http://schemas.microsoft.com/office/drawing/2014/main" id="{8E9CDCB4-03E1-4763-B83E-A1334BCDB0C0}"/>
              </a:ext>
            </a:extLst>
          </p:cNvPr>
          <p:cNvSpPr>
            <a:spLocks noGrp="1"/>
          </p:cNvSpPr>
          <p:nvPr>
            <p:ph type="body" sz="quarter" idx="12"/>
          </p:nvPr>
        </p:nvSpPr>
        <p:spPr>
          <a:xfrm>
            <a:off x="6397171"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5" name="Picture 4">
            <a:extLst>
              <a:ext uri="{FF2B5EF4-FFF2-40B4-BE49-F238E27FC236}">
                <a16:creationId xmlns:a16="http://schemas.microsoft.com/office/drawing/2014/main" id="{CA5088EA-BB6B-9CF1-E8C9-8C708AD28046}"/>
              </a:ext>
            </a:extLst>
          </p:cNvPr>
          <p:cNvPicPr>
            <a:picLocks noChangeAspect="1"/>
          </p:cNvPicPr>
          <p:nvPr userDrawn="1"/>
        </p:nvPicPr>
        <p:blipFill>
          <a:blip r:embed="rId3"/>
          <a:stretch>
            <a:fillRect/>
          </a:stretch>
        </p:blipFill>
        <p:spPr>
          <a:xfrm>
            <a:off x="9335147" y="5959098"/>
            <a:ext cx="1366950" cy="813661"/>
          </a:xfrm>
          <a:prstGeom prst="rect">
            <a:avLst/>
          </a:prstGeom>
        </p:spPr>
      </p:pic>
    </p:spTree>
    <p:extLst>
      <p:ext uri="{BB962C8B-B14F-4D97-AF65-F5344CB8AC3E}">
        <p14:creationId xmlns:p14="http://schemas.microsoft.com/office/powerpoint/2010/main" val="2642820740"/>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2">
          <p15:clr>
            <a:srgbClr val="5ACBF0"/>
          </p15:clr>
        </p15:guide>
        <p15:guide id="3" orient="horz" pos="904">
          <p15:clr>
            <a:srgbClr val="5ACBF0"/>
          </p15:clr>
        </p15:guide>
        <p15:guide id="4" pos="3656">
          <p15:clr>
            <a:srgbClr val="5ACBF0"/>
          </p15:clr>
        </p15:guide>
        <p15:guide id="5" pos="4024">
          <p15:clr>
            <a:srgbClr val="5ACBF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Two Column Bullet with Subhead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spAutoFit/>
          </a:bodyPr>
          <a:lstStyle>
            <a:lvl1pPr>
              <a:defRPr/>
            </a:lvl1pPr>
          </a:lstStyle>
          <a:p>
            <a:r>
              <a:rPr lang="en-US"/>
              <a:t>Click to edit Master title style</a:t>
            </a:r>
          </a:p>
        </p:txBody>
      </p:sp>
      <p:sp>
        <p:nvSpPr>
          <p:cNvPr id="12" name="Text Placeholder 11">
            <a:extLst>
              <a:ext uri="{FF2B5EF4-FFF2-40B4-BE49-F238E27FC236}">
                <a16:creationId xmlns:a16="http://schemas.microsoft.com/office/drawing/2014/main" id="{DD525736-DEE8-4391-8135-23DE0640053A}"/>
              </a:ext>
            </a:extLst>
          </p:cNvPr>
          <p:cNvSpPr>
            <a:spLocks noGrp="1"/>
          </p:cNvSpPr>
          <p:nvPr>
            <p:ph type="body" sz="quarter" idx="16"/>
          </p:nvPr>
        </p:nvSpPr>
        <p:spPr>
          <a:xfrm>
            <a:off x="584200"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8" name="Text Placeholder 7">
            <a:extLst>
              <a:ext uri="{FF2B5EF4-FFF2-40B4-BE49-F238E27FC236}">
                <a16:creationId xmlns:a16="http://schemas.microsoft.com/office/drawing/2014/main" id="{98E90344-0294-48E2-AAF0-601BB99500E7}"/>
              </a:ext>
            </a:extLst>
          </p:cNvPr>
          <p:cNvSpPr>
            <a:spLocks noGrp="1"/>
          </p:cNvSpPr>
          <p:nvPr>
            <p:ph type="body" sz="quarter" idx="14"/>
          </p:nvPr>
        </p:nvSpPr>
        <p:spPr>
          <a:xfrm>
            <a:off x="584200" y="2084388"/>
            <a:ext cx="5219700" cy="1612749"/>
          </a:xfrm>
        </p:spPr>
        <p:txBody>
          <a:bodyPr>
            <a:spAutoFit/>
          </a:bodyPr>
          <a:lstStyle>
            <a:lvl1pPr marL="171450" indent="-171450">
              <a:defRPr lang="en-US" sz="2400" dirty="0"/>
            </a:lvl1pPr>
            <a:lvl2pPr marL="342900" indent="-171450">
              <a:defRPr lang="en-US" dirty="0"/>
            </a:lvl2pPr>
            <a:lvl3pPr marL="514350" indent="-171450">
              <a:defRPr lang="en-US" dirty="0"/>
            </a:lvl3pPr>
            <a:lvl4pPr marL="666750" indent="-152400">
              <a:defRPr lang="en-US" dirty="0"/>
            </a:lvl4pPr>
            <a:lvl5pPr marL="793750" indent="-120650">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11">
            <a:extLst>
              <a:ext uri="{FF2B5EF4-FFF2-40B4-BE49-F238E27FC236}">
                <a16:creationId xmlns:a16="http://schemas.microsoft.com/office/drawing/2014/main" id="{B4F729D4-B1F1-45F2-A06A-40234B19C883}"/>
              </a:ext>
            </a:extLst>
          </p:cNvPr>
          <p:cNvSpPr>
            <a:spLocks noGrp="1"/>
          </p:cNvSpPr>
          <p:nvPr>
            <p:ph type="body" sz="quarter" idx="17"/>
          </p:nvPr>
        </p:nvSpPr>
        <p:spPr>
          <a:xfrm>
            <a:off x="6397625"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0" name="Text Placeholder 9">
            <a:extLst>
              <a:ext uri="{FF2B5EF4-FFF2-40B4-BE49-F238E27FC236}">
                <a16:creationId xmlns:a16="http://schemas.microsoft.com/office/drawing/2014/main" id="{D1F896FB-325C-4849-B372-8DF0D6C0562C}"/>
              </a:ext>
            </a:extLst>
          </p:cNvPr>
          <p:cNvSpPr>
            <a:spLocks noGrp="1"/>
          </p:cNvSpPr>
          <p:nvPr>
            <p:ph type="body" sz="quarter" idx="15"/>
          </p:nvPr>
        </p:nvSpPr>
        <p:spPr>
          <a:xfrm>
            <a:off x="6397625" y="2084388"/>
            <a:ext cx="5219700" cy="1612749"/>
          </a:xfrm>
        </p:spPr>
        <p:txBody>
          <a:bodyPr>
            <a:spAutoFit/>
          </a:bodyPr>
          <a:lstStyle>
            <a:lvl1pPr marL="171450" indent="-171450">
              <a:defRPr lang="en-US" sz="2400" dirty="0"/>
            </a:lvl1pPr>
            <a:lvl2pPr marL="342900" indent="-171450">
              <a:defRPr lang="en-US" dirty="0"/>
            </a:lvl2pPr>
            <a:lvl3pPr marL="514350" indent="-171450">
              <a:defRPr lang="en-US" dirty="0"/>
            </a:lvl3pPr>
            <a:lvl4pPr marL="685800" indent="-136525">
              <a:defRPr lang="en-US" dirty="0"/>
            </a:lvl4pPr>
            <a:lvl5pPr marL="793750" indent="-120650">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4" name="Picture 3">
            <a:extLst>
              <a:ext uri="{FF2B5EF4-FFF2-40B4-BE49-F238E27FC236}">
                <a16:creationId xmlns:a16="http://schemas.microsoft.com/office/drawing/2014/main" id="{49DD17DB-4DD6-812E-8402-8C84B933F6F2}"/>
              </a:ext>
            </a:extLst>
          </p:cNvPr>
          <p:cNvPicPr>
            <a:picLocks noChangeAspect="1"/>
          </p:cNvPicPr>
          <p:nvPr userDrawn="1"/>
        </p:nvPicPr>
        <p:blipFill>
          <a:blip r:embed="rId3"/>
          <a:stretch>
            <a:fillRect/>
          </a:stretch>
        </p:blipFill>
        <p:spPr>
          <a:xfrm>
            <a:off x="9335147" y="5959098"/>
            <a:ext cx="1366950" cy="813661"/>
          </a:xfrm>
          <a:prstGeom prst="rect">
            <a:avLst/>
          </a:prstGeom>
        </p:spPr>
      </p:pic>
    </p:spTree>
    <p:extLst>
      <p:ext uri="{BB962C8B-B14F-4D97-AF65-F5344CB8AC3E}">
        <p14:creationId xmlns:p14="http://schemas.microsoft.com/office/powerpoint/2010/main" val="1147939153"/>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311">
          <p15:clr>
            <a:srgbClr val="5ACBF0"/>
          </p15:clr>
        </p15:guide>
        <p15:guide id="4" pos="3656">
          <p15:clr>
            <a:srgbClr val="5ACBF0"/>
          </p15:clr>
        </p15:guide>
        <p15:guide id="5" pos="4024">
          <p15:clr>
            <a:srgbClr val="5ACBF0"/>
          </p15:clr>
        </p15:guide>
        <p15:guide id="7" orient="horz" pos="905">
          <p15:clr>
            <a:srgbClr val="5ACBF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Two Column Content with Subhead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spAutoFit/>
          </a:bodyPr>
          <a:lstStyle>
            <a:lvl1pPr>
              <a:defRPr/>
            </a:lvl1pPr>
          </a:lstStyle>
          <a:p>
            <a:r>
              <a:rPr lang="en-US"/>
              <a:t>Click to edit Master title style</a:t>
            </a:r>
          </a:p>
        </p:txBody>
      </p:sp>
      <p:sp>
        <p:nvSpPr>
          <p:cNvPr id="18" name="Text Placeholder 11">
            <a:extLst>
              <a:ext uri="{FF2B5EF4-FFF2-40B4-BE49-F238E27FC236}">
                <a16:creationId xmlns:a16="http://schemas.microsoft.com/office/drawing/2014/main" id="{C2759870-0BEA-44DC-A414-1C70D04E35CC}"/>
              </a:ext>
            </a:extLst>
          </p:cNvPr>
          <p:cNvSpPr>
            <a:spLocks noGrp="1"/>
          </p:cNvSpPr>
          <p:nvPr>
            <p:ph type="body" sz="quarter" idx="16"/>
          </p:nvPr>
        </p:nvSpPr>
        <p:spPr>
          <a:xfrm>
            <a:off x="584200"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5" name="Content Placeholder 14">
            <a:extLst>
              <a:ext uri="{FF2B5EF4-FFF2-40B4-BE49-F238E27FC236}">
                <a16:creationId xmlns:a16="http://schemas.microsoft.com/office/drawing/2014/main" id="{BFEF95FA-F121-4653-B60A-0D068C345462}"/>
              </a:ext>
            </a:extLst>
          </p:cNvPr>
          <p:cNvSpPr>
            <a:spLocks noGrp="1"/>
          </p:cNvSpPr>
          <p:nvPr>
            <p:ph sz="quarter" idx="11"/>
          </p:nvPr>
        </p:nvSpPr>
        <p:spPr>
          <a:xfrm>
            <a:off x="588963" y="2081212"/>
            <a:ext cx="5214937" cy="4187825"/>
          </a:xfrm>
        </p:spPr>
        <p:txBody>
          <a:bodyPr/>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Text Placeholder 11">
            <a:extLst>
              <a:ext uri="{FF2B5EF4-FFF2-40B4-BE49-F238E27FC236}">
                <a16:creationId xmlns:a16="http://schemas.microsoft.com/office/drawing/2014/main" id="{C327262A-D327-4189-AD22-BAD67CF4AB79}"/>
              </a:ext>
            </a:extLst>
          </p:cNvPr>
          <p:cNvSpPr>
            <a:spLocks noGrp="1"/>
          </p:cNvSpPr>
          <p:nvPr>
            <p:ph type="body" sz="quarter" idx="17"/>
          </p:nvPr>
        </p:nvSpPr>
        <p:spPr>
          <a:xfrm>
            <a:off x="6397625"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7" name="Content Placeholder 14">
            <a:extLst>
              <a:ext uri="{FF2B5EF4-FFF2-40B4-BE49-F238E27FC236}">
                <a16:creationId xmlns:a16="http://schemas.microsoft.com/office/drawing/2014/main" id="{47F8EAA9-0E64-4589-A234-BC31685BE7D3}"/>
              </a:ext>
            </a:extLst>
          </p:cNvPr>
          <p:cNvSpPr>
            <a:spLocks noGrp="1"/>
          </p:cNvSpPr>
          <p:nvPr>
            <p:ph sz="quarter" idx="13"/>
          </p:nvPr>
        </p:nvSpPr>
        <p:spPr>
          <a:xfrm>
            <a:off x="6394451" y="2081212"/>
            <a:ext cx="5214937" cy="4187825"/>
          </a:xfrm>
        </p:spPr>
        <p:txBody>
          <a:bodyPr/>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Box 2">
            <a:extLst>
              <a:ext uri="{FF2B5EF4-FFF2-40B4-BE49-F238E27FC236}">
                <a16:creationId xmlns:a16="http://schemas.microsoft.com/office/drawing/2014/main" id="{807CBEB8-AFEF-362F-CB36-DC00FA4C6C8A}"/>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pic>
        <p:nvPicPr>
          <p:cNvPr id="5" name="Picture 4">
            <a:extLst>
              <a:ext uri="{FF2B5EF4-FFF2-40B4-BE49-F238E27FC236}">
                <a16:creationId xmlns:a16="http://schemas.microsoft.com/office/drawing/2014/main" id="{C465A37A-89E1-05D3-BA84-39C314D9EBE9}"/>
              </a:ext>
            </a:extLst>
          </p:cNvPr>
          <p:cNvPicPr>
            <a:picLocks noChangeAspect="1"/>
          </p:cNvPicPr>
          <p:nvPr userDrawn="1"/>
        </p:nvPicPr>
        <p:blipFill>
          <a:blip r:embed="rId3"/>
          <a:stretch>
            <a:fillRect/>
          </a:stretch>
        </p:blipFill>
        <p:spPr>
          <a:xfrm>
            <a:off x="9335147" y="5959098"/>
            <a:ext cx="1366950" cy="813661"/>
          </a:xfrm>
          <a:prstGeom prst="rect">
            <a:avLst/>
          </a:prstGeom>
        </p:spPr>
      </p:pic>
    </p:spTree>
    <p:extLst>
      <p:ext uri="{BB962C8B-B14F-4D97-AF65-F5344CB8AC3E}">
        <p14:creationId xmlns:p14="http://schemas.microsoft.com/office/powerpoint/2010/main" val="2014902826"/>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311">
          <p15:clr>
            <a:srgbClr val="5ACBF0"/>
          </p15:clr>
        </p15:guide>
        <p15:guide id="4" pos="3656">
          <p15:clr>
            <a:srgbClr val="5ACBF0"/>
          </p15:clr>
        </p15:guide>
        <p15:guide id="5" pos="4024">
          <p15:clr>
            <a:srgbClr val="5ACBF0"/>
          </p15:clr>
        </p15:guide>
        <p15:guide id="7" orient="horz" pos="905">
          <p15:clr>
            <a:srgbClr val="5ACBF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Three Column Bullet with Subtitle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60F77E-464D-46F7-A8F8-6F281DAB0C7A}"/>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
        <p:nvSpPr>
          <p:cNvPr id="19" name="Text Placeholder 11">
            <a:extLst>
              <a:ext uri="{FF2B5EF4-FFF2-40B4-BE49-F238E27FC236}">
                <a16:creationId xmlns:a16="http://schemas.microsoft.com/office/drawing/2014/main" id="{CB20F198-3776-433D-85A8-C2B6AC6235FF}"/>
              </a:ext>
            </a:extLst>
          </p:cNvPr>
          <p:cNvSpPr>
            <a:spLocks noGrp="1"/>
          </p:cNvSpPr>
          <p:nvPr>
            <p:ph type="body" sz="quarter" idx="16"/>
          </p:nvPr>
        </p:nvSpPr>
        <p:spPr>
          <a:xfrm>
            <a:off x="585217"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0" name="Text Placeholder 7">
            <a:extLst>
              <a:ext uri="{FF2B5EF4-FFF2-40B4-BE49-F238E27FC236}">
                <a16:creationId xmlns:a16="http://schemas.microsoft.com/office/drawing/2014/main" id="{97BC59AA-6CF8-4091-8008-21AA9AD8E8B5}"/>
              </a:ext>
            </a:extLst>
          </p:cNvPr>
          <p:cNvSpPr>
            <a:spLocks noGrp="1"/>
          </p:cNvSpPr>
          <p:nvPr>
            <p:ph type="body" sz="quarter" idx="14"/>
          </p:nvPr>
        </p:nvSpPr>
        <p:spPr>
          <a:xfrm>
            <a:off x="585217" y="2390775"/>
            <a:ext cx="3264408" cy="1760482"/>
          </a:xfrm>
        </p:spPr>
        <p:txBody>
          <a:bodyPr wrap="square">
            <a:spAutoFit/>
          </a:bodyPr>
          <a:lstStyle>
            <a:lvl1pPr marL="176213" indent="-176213">
              <a:defRPr lang="en-US" sz="2000" dirty="0"/>
            </a:lvl1pPr>
            <a:lvl2pPr marL="322263" indent="-150813">
              <a:defRPr lang="en-US" sz="1800" dirty="0"/>
            </a:lvl2pPr>
            <a:lvl3pPr marL="466725" indent="-138113">
              <a:defRPr lang="en-US" dirty="0"/>
            </a:lvl3pPr>
            <a:lvl4pPr marL="595313" indent="-128588">
              <a:defRPr lang="en-US" dirty="0"/>
            </a:lvl4pPr>
            <a:lvl5pPr marL="731838" indent="-1222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ext Placeholder 11">
            <a:extLst>
              <a:ext uri="{FF2B5EF4-FFF2-40B4-BE49-F238E27FC236}">
                <a16:creationId xmlns:a16="http://schemas.microsoft.com/office/drawing/2014/main" id="{BECED387-BA3E-49B2-8F1E-0E371E09E0A4}"/>
              </a:ext>
            </a:extLst>
          </p:cNvPr>
          <p:cNvSpPr>
            <a:spLocks noGrp="1"/>
          </p:cNvSpPr>
          <p:nvPr>
            <p:ph type="body" sz="quarter" idx="17"/>
          </p:nvPr>
        </p:nvSpPr>
        <p:spPr>
          <a:xfrm>
            <a:off x="4463796"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2" name="Text Placeholder 9">
            <a:extLst>
              <a:ext uri="{FF2B5EF4-FFF2-40B4-BE49-F238E27FC236}">
                <a16:creationId xmlns:a16="http://schemas.microsoft.com/office/drawing/2014/main" id="{6B26A1CD-81F9-4C2F-896F-E69757C6658C}"/>
              </a:ext>
            </a:extLst>
          </p:cNvPr>
          <p:cNvSpPr>
            <a:spLocks noGrp="1"/>
          </p:cNvSpPr>
          <p:nvPr>
            <p:ph type="body" sz="quarter" idx="15"/>
          </p:nvPr>
        </p:nvSpPr>
        <p:spPr>
          <a:xfrm>
            <a:off x="4463796" y="2384135"/>
            <a:ext cx="3264408" cy="1760482"/>
          </a:xfrm>
        </p:spPr>
        <p:txBody>
          <a:bodyPr wrap="square">
            <a:spAutoFit/>
          </a:bodyPr>
          <a:lstStyle>
            <a:lvl1pPr marL="176213" indent="-176213">
              <a:defRPr lang="en-US" sz="2000" dirty="0"/>
            </a:lvl1pPr>
            <a:lvl2pPr marL="398463" indent="-169863">
              <a:defRPr lang="en-US" sz="1800" dirty="0"/>
            </a:lvl2pPr>
            <a:lvl3pPr marL="555625" indent="-157163">
              <a:defRPr lang="en-US" dirty="0"/>
            </a:lvl3pPr>
            <a:lvl4pPr marL="685800" indent="-136525">
              <a:defRPr lang="en-US" dirty="0"/>
            </a:lvl4pPr>
            <a:lvl5pPr marL="800100" indent="-111125">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ext Placeholder 11">
            <a:extLst>
              <a:ext uri="{FF2B5EF4-FFF2-40B4-BE49-F238E27FC236}">
                <a16:creationId xmlns:a16="http://schemas.microsoft.com/office/drawing/2014/main" id="{79263A4B-A9A8-4CE5-96A8-6F6EC365E512}"/>
              </a:ext>
            </a:extLst>
          </p:cNvPr>
          <p:cNvSpPr>
            <a:spLocks noGrp="1"/>
          </p:cNvSpPr>
          <p:nvPr>
            <p:ph type="body" sz="quarter" idx="18"/>
          </p:nvPr>
        </p:nvSpPr>
        <p:spPr>
          <a:xfrm>
            <a:off x="8342375"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4" name="Text Placeholder 7">
            <a:extLst>
              <a:ext uri="{FF2B5EF4-FFF2-40B4-BE49-F238E27FC236}">
                <a16:creationId xmlns:a16="http://schemas.microsoft.com/office/drawing/2014/main" id="{2205743D-F71A-4647-9BE4-2900BDA2582B}"/>
              </a:ext>
            </a:extLst>
          </p:cNvPr>
          <p:cNvSpPr>
            <a:spLocks noGrp="1"/>
          </p:cNvSpPr>
          <p:nvPr>
            <p:ph type="body" sz="quarter" idx="19"/>
          </p:nvPr>
        </p:nvSpPr>
        <p:spPr>
          <a:xfrm>
            <a:off x="8342375" y="2390775"/>
            <a:ext cx="3264408" cy="1760482"/>
          </a:xfrm>
        </p:spPr>
        <p:txBody>
          <a:bodyPr wrap="square">
            <a:spAutoFit/>
          </a:bodyPr>
          <a:lstStyle>
            <a:lvl1pPr marL="176213" indent="-176213">
              <a:defRPr lang="en-US" sz="2000" dirty="0"/>
            </a:lvl1pPr>
            <a:lvl2pPr marL="398463" indent="-169863">
              <a:defRPr lang="en-US" sz="1800" dirty="0"/>
            </a:lvl2pPr>
            <a:lvl3pPr marL="555625" indent="-157163">
              <a:defRPr lang="en-US" dirty="0"/>
            </a:lvl3pPr>
            <a:lvl4pPr marL="685800" indent="-136525">
              <a:defRPr lang="en-US" dirty="0"/>
            </a:lvl4pPr>
            <a:lvl5pPr marL="800100" indent="-111125">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4" name="Picture 3">
            <a:extLst>
              <a:ext uri="{FF2B5EF4-FFF2-40B4-BE49-F238E27FC236}">
                <a16:creationId xmlns:a16="http://schemas.microsoft.com/office/drawing/2014/main" id="{774D015C-464B-083D-FE44-A80C4C7E9F4A}"/>
              </a:ext>
            </a:extLst>
          </p:cNvPr>
          <p:cNvPicPr>
            <a:picLocks noChangeAspect="1"/>
          </p:cNvPicPr>
          <p:nvPr userDrawn="1"/>
        </p:nvPicPr>
        <p:blipFill>
          <a:blip r:embed="rId3"/>
          <a:stretch>
            <a:fillRect/>
          </a:stretch>
        </p:blipFill>
        <p:spPr>
          <a:xfrm>
            <a:off x="9335147" y="5959098"/>
            <a:ext cx="1366950" cy="813661"/>
          </a:xfrm>
          <a:prstGeom prst="rect">
            <a:avLst/>
          </a:prstGeom>
        </p:spPr>
      </p:pic>
    </p:spTree>
    <p:extLst>
      <p:ext uri="{BB962C8B-B14F-4D97-AF65-F5344CB8AC3E}">
        <p14:creationId xmlns:p14="http://schemas.microsoft.com/office/powerpoint/2010/main" val="520440515"/>
      </p:ext>
    </p:extLst>
  </p:cSld>
  <p:clrMapOvr>
    <a:masterClrMapping/>
  </p:clrMapOvr>
  <p:transition>
    <p:fade/>
  </p:transition>
  <p:extLst>
    <p:ext uri="{DCECCB84-F9BA-43D5-87BE-67443E8EF086}">
      <p15:sldGuideLst xmlns:p15="http://schemas.microsoft.com/office/powerpoint/2012/main">
        <p15:guide id="3" orient="horz" pos="1506">
          <p15:clr>
            <a:srgbClr val="5ACBF0"/>
          </p15:clr>
        </p15:guide>
        <p15:guide id="4" orient="horz" pos="906">
          <p15:clr>
            <a:srgbClr val="5ACBF0"/>
          </p15:clr>
        </p15:guide>
        <p15:guide id="5" orient="horz" pos="288">
          <p15:clr>
            <a:srgbClr val="5ACBF0"/>
          </p15:clr>
        </p15:guide>
        <p15:guide id="6" pos="2430">
          <p15:clr>
            <a:srgbClr val="5ACBF0"/>
          </p15:clr>
        </p15:guide>
        <p15:guide id="7" pos="2811">
          <p15:clr>
            <a:srgbClr val="5ACBF0"/>
          </p15:clr>
        </p15:guide>
        <p15:guide id="8" pos="4871">
          <p15:clr>
            <a:srgbClr val="5ACBF0"/>
          </p15:clr>
        </p15:guide>
        <p15:guide id="9" pos="5251">
          <p15:clr>
            <a:srgbClr val="5ACBF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Four Column Bullet with Subtitle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
        <p:nvSpPr>
          <p:cNvPr id="22" name="Text Placeholder 11">
            <a:extLst>
              <a:ext uri="{FF2B5EF4-FFF2-40B4-BE49-F238E27FC236}">
                <a16:creationId xmlns:a16="http://schemas.microsoft.com/office/drawing/2014/main" id="{92783506-927E-48F7-8EFC-36257F3E2812}"/>
              </a:ext>
            </a:extLst>
          </p:cNvPr>
          <p:cNvSpPr>
            <a:spLocks noGrp="1"/>
          </p:cNvSpPr>
          <p:nvPr>
            <p:ph type="body" sz="quarter" idx="16"/>
          </p:nvPr>
        </p:nvSpPr>
        <p:spPr>
          <a:xfrm>
            <a:off x="584200" y="1438275"/>
            <a:ext cx="2532063"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3" name="Text Placeholder 7">
            <a:extLst>
              <a:ext uri="{FF2B5EF4-FFF2-40B4-BE49-F238E27FC236}">
                <a16:creationId xmlns:a16="http://schemas.microsoft.com/office/drawing/2014/main" id="{FB6093D3-3EDF-4A80-8450-C5EBB1990775}"/>
              </a:ext>
            </a:extLst>
          </p:cNvPr>
          <p:cNvSpPr>
            <a:spLocks noGrp="1"/>
          </p:cNvSpPr>
          <p:nvPr>
            <p:ph type="body" sz="quarter" idx="14"/>
          </p:nvPr>
        </p:nvSpPr>
        <p:spPr>
          <a:xfrm>
            <a:off x="584200" y="228311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11">
            <a:extLst>
              <a:ext uri="{FF2B5EF4-FFF2-40B4-BE49-F238E27FC236}">
                <a16:creationId xmlns:a16="http://schemas.microsoft.com/office/drawing/2014/main" id="{438D2C80-6884-451D-8D7D-B69022CCC5C4}"/>
              </a:ext>
            </a:extLst>
          </p:cNvPr>
          <p:cNvSpPr>
            <a:spLocks noGrp="1"/>
          </p:cNvSpPr>
          <p:nvPr>
            <p:ph type="body" sz="quarter" idx="17"/>
          </p:nvPr>
        </p:nvSpPr>
        <p:spPr>
          <a:xfrm>
            <a:off x="3413125" y="1438275"/>
            <a:ext cx="2533650"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5" name="Text Placeholder 9">
            <a:extLst>
              <a:ext uri="{FF2B5EF4-FFF2-40B4-BE49-F238E27FC236}">
                <a16:creationId xmlns:a16="http://schemas.microsoft.com/office/drawing/2014/main" id="{7614A884-0AD6-4A85-A432-2B13E7464DA9}"/>
              </a:ext>
            </a:extLst>
          </p:cNvPr>
          <p:cNvSpPr>
            <a:spLocks noGrp="1"/>
          </p:cNvSpPr>
          <p:nvPr>
            <p:ph type="body" sz="quarter" idx="15"/>
          </p:nvPr>
        </p:nvSpPr>
        <p:spPr>
          <a:xfrm>
            <a:off x="3413125" y="227647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Text Placeholder 11">
            <a:extLst>
              <a:ext uri="{FF2B5EF4-FFF2-40B4-BE49-F238E27FC236}">
                <a16:creationId xmlns:a16="http://schemas.microsoft.com/office/drawing/2014/main" id="{7D8FFDED-9FE5-4D94-8EB0-7D645C10FBFF}"/>
              </a:ext>
            </a:extLst>
          </p:cNvPr>
          <p:cNvSpPr>
            <a:spLocks noGrp="1"/>
          </p:cNvSpPr>
          <p:nvPr>
            <p:ph type="body" sz="quarter" idx="18"/>
          </p:nvPr>
        </p:nvSpPr>
        <p:spPr>
          <a:xfrm>
            <a:off x="6244208" y="1438275"/>
            <a:ext cx="2532063"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7" name="Text Placeholder 7">
            <a:extLst>
              <a:ext uri="{FF2B5EF4-FFF2-40B4-BE49-F238E27FC236}">
                <a16:creationId xmlns:a16="http://schemas.microsoft.com/office/drawing/2014/main" id="{D429D954-9297-44FA-B7BD-56586012419C}"/>
              </a:ext>
            </a:extLst>
          </p:cNvPr>
          <p:cNvSpPr>
            <a:spLocks noGrp="1"/>
          </p:cNvSpPr>
          <p:nvPr>
            <p:ph type="body" sz="quarter" idx="19"/>
          </p:nvPr>
        </p:nvSpPr>
        <p:spPr>
          <a:xfrm>
            <a:off x="6244208" y="228311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Text Placeholder 11">
            <a:extLst>
              <a:ext uri="{FF2B5EF4-FFF2-40B4-BE49-F238E27FC236}">
                <a16:creationId xmlns:a16="http://schemas.microsoft.com/office/drawing/2014/main" id="{04D43B0D-50F8-4F63-AFA3-34A46F42E816}"/>
              </a:ext>
            </a:extLst>
          </p:cNvPr>
          <p:cNvSpPr>
            <a:spLocks noGrp="1"/>
          </p:cNvSpPr>
          <p:nvPr>
            <p:ph type="body" sz="quarter" idx="20"/>
          </p:nvPr>
        </p:nvSpPr>
        <p:spPr>
          <a:xfrm>
            <a:off x="9073133" y="1438275"/>
            <a:ext cx="2533650"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9" name="Text Placeholder 9">
            <a:extLst>
              <a:ext uri="{FF2B5EF4-FFF2-40B4-BE49-F238E27FC236}">
                <a16:creationId xmlns:a16="http://schemas.microsoft.com/office/drawing/2014/main" id="{804CEFDA-6A6F-42D3-B65C-4BE1054C905E}"/>
              </a:ext>
            </a:extLst>
          </p:cNvPr>
          <p:cNvSpPr>
            <a:spLocks noGrp="1"/>
          </p:cNvSpPr>
          <p:nvPr>
            <p:ph type="body" sz="quarter" idx="21"/>
          </p:nvPr>
        </p:nvSpPr>
        <p:spPr>
          <a:xfrm>
            <a:off x="9073133" y="227647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4" name="Picture 3">
            <a:extLst>
              <a:ext uri="{FF2B5EF4-FFF2-40B4-BE49-F238E27FC236}">
                <a16:creationId xmlns:a16="http://schemas.microsoft.com/office/drawing/2014/main" id="{BE95FE20-5D0F-5148-33CD-21E54ECBC0C8}"/>
              </a:ext>
            </a:extLst>
          </p:cNvPr>
          <p:cNvPicPr>
            <a:picLocks noChangeAspect="1"/>
          </p:cNvPicPr>
          <p:nvPr userDrawn="1"/>
        </p:nvPicPr>
        <p:blipFill>
          <a:blip r:embed="rId3"/>
          <a:stretch>
            <a:fillRect/>
          </a:stretch>
        </p:blipFill>
        <p:spPr>
          <a:xfrm>
            <a:off x="9335147" y="5959098"/>
            <a:ext cx="1366950" cy="813661"/>
          </a:xfrm>
          <a:prstGeom prst="rect">
            <a:avLst/>
          </a:prstGeom>
        </p:spPr>
      </p:pic>
    </p:spTree>
    <p:extLst>
      <p:ext uri="{BB962C8B-B14F-4D97-AF65-F5344CB8AC3E}">
        <p14:creationId xmlns:p14="http://schemas.microsoft.com/office/powerpoint/2010/main" val="1792566595"/>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1436">
          <p15:clr>
            <a:srgbClr val="5ACBF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Five Column Bullet with Subtitle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
        <p:nvSpPr>
          <p:cNvPr id="22" name="Text Placeholder 11">
            <a:extLst>
              <a:ext uri="{FF2B5EF4-FFF2-40B4-BE49-F238E27FC236}">
                <a16:creationId xmlns:a16="http://schemas.microsoft.com/office/drawing/2014/main" id="{92783506-927E-48F7-8EFC-36257F3E2812}"/>
              </a:ext>
            </a:extLst>
          </p:cNvPr>
          <p:cNvSpPr>
            <a:spLocks noGrp="1"/>
          </p:cNvSpPr>
          <p:nvPr>
            <p:ph type="body" sz="quarter" idx="16" hasCustomPrompt="1"/>
          </p:nvPr>
        </p:nvSpPr>
        <p:spPr>
          <a:xfrm>
            <a:off x="584200"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3" name="Text Placeholder 7">
            <a:extLst>
              <a:ext uri="{FF2B5EF4-FFF2-40B4-BE49-F238E27FC236}">
                <a16:creationId xmlns:a16="http://schemas.microsoft.com/office/drawing/2014/main" id="{FB6093D3-3EDF-4A80-8450-C5EBB1990775}"/>
              </a:ext>
            </a:extLst>
          </p:cNvPr>
          <p:cNvSpPr>
            <a:spLocks noGrp="1"/>
          </p:cNvSpPr>
          <p:nvPr>
            <p:ph type="body" sz="quarter" idx="14"/>
          </p:nvPr>
        </p:nvSpPr>
        <p:spPr>
          <a:xfrm>
            <a:off x="584200" y="228311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11">
            <a:extLst>
              <a:ext uri="{FF2B5EF4-FFF2-40B4-BE49-F238E27FC236}">
                <a16:creationId xmlns:a16="http://schemas.microsoft.com/office/drawing/2014/main" id="{438D2C80-6884-451D-8D7D-B69022CCC5C4}"/>
              </a:ext>
            </a:extLst>
          </p:cNvPr>
          <p:cNvSpPr>
            <a:spLocks noGrp="1"/>
          </p:cNvSpPr>
          <p:nvPr>
            <p:ph type="body" sz="quarter" idx="17" hasCustomPrompt="1"/>
          </p:nvPr>
        </p:nvSpPr>
        <p:spPr>
          <a:xfrm>
            <a:off x="2849007"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5" name="Text Placeholder 9">
            <a:extLst>
              <a:ext uri="{FF2B5EF4-FFF2-40B4-BE49-F238E27FC236}">
                <a16:creationId xmlns:a16="http://schemas.microsoft.com/office/drawing/2014/main" id="{7614A884-0AD6-4A85-A432-2B13E7464DA9}"/>
              </a:ext>
            </a:extLst>
          </p:cNvPr>
          <p:cNvSpPr>
            <a:spLocks noGrp="1"/>
          </p:cNvSpPr>
          <p:nvPr>
            <p:ph type="body" sz="quarter" idx="15"/>
          </p:nvPr>
        </p:nvSpPr>
        <p:spPr>
          <a:xfrm>
            <a:off x="2849007" y="227647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Text Placeholder 11">
            <a:extLst>
              <a:ext uri="{FF2B5EF4-FFF2-40B4-BE49-F238E27FC236}">
                <a16:creationId xmlns:a16="http://schemas.microsoft.com/office/drawing/2014/main" id="{7D8FFDED-9FE5-4D94-8EB0-7D645C10FBFF}"/>
              </a:ext>
            </a:extLst>
          </p:cNvPr>
          <p:cNvSpPr>
            <a:spLocks noGrp="1"/>
          </p:cNvSpPr>
          <p:nvPr>
            <p:ph type="body" sz="quarter" idx="18" hasCustomPrompt="1"/>
          </p:nvPr>
        </p:nvSpPr>
        <p:spPr>
          <a:xfrm>
            <a:off x="5113814"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7" name="Text Placeholder 7">
            <a:extLst>
              <a:ext uri="{FF2B5EF4-FFF2-40B4-BE49-F238E27FC236}">
                <a16:creationId xmlns:a16="http://schemas.microsoft.com/office/drawing/2014/main" id="{D429D954-9297-44FA-B7BD-56586012419C}"/>
              </a:ext>
            </a:extLst>
          </p:cNvPr>
          <p:cNvSpPr>
            <a:spLocks noGrp="1"/>
          </p:cNvSpPr>
          <p:nvPr>
            <p:ph type="body" sz="quarter" idx="19"/>
          </p:nvPr>
        </p:nvSpPr>
        <p:spPr>
          <a:xfrm>
            <a:off x="5113814" y="228311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Text Placeholder 11">
            <a:extLst>
              <a:ext uri="{FF2B5EF4-FFF2-40B4-BE49-F238E27FC236}">
                <a16:creationId xmlns:a16="http://schemas.microsoft.com/office/drawing/2014/main" id="{04D43B0D-50F8-4F63-AFA3-34A46F42E816}"/>
              </a:ext>
            </a:extLst>
          </p:cNvPr>
          <p:cNvSpPr>
            <a:spLocks noGrp="1"/>
          </p:cNvSpPr>
          <p:nvPr>
            <p:ph type="body" sz="quarter" idx="20" hasCustomPrompt="1"/>
          </p:nvPr>
        </p:nvSpPr>
        <p:spPr>
          <a:xfrm>
            <a:off x="7378621"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9" name="Text Placeholder 9">
            <a:extLst>
              <a:ext uri="{FF2B5EF4-FFF2-40B4-BE49-F238E27FC236}">
                <a16:creationId xmlns:a16="http://schemas.microsoft.com/office/drawing/2014/main" id="{804CEFDA-6A6F-42D3-B65C-4BE1054C905E}"/>
              </a:ext>
            </a:extLst>
          </p:cNvPr>
          <p:cNvSpPr>
            <a:spLocks noGrp="1"/>
          </p:cNvSpPr>
          <p:nvPr>
            <p:ph type="body" sz="quarter" idx="21"/>
          </p:nvPr>
        </p:nvSpPr>
        <p:spPr>
          <a:xfrm>
            <a:off x="7378621" y="227647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11">
            <a:extLst>
              <a:ext uri="{FF2B5EF4-FFF2-40B4-BE49-F238E27FC236}">
                <a16:creationId xmlns:a16="http://schemas.microsoft.com/office/drawing/2014/main" id="{540485AC-5036-400C-92C3-D3E9EC0252BC}"/>
              </a:ext>
            </a:extLst>
          </p:cNvPr>
          <p:cNvSpPr>
            <a:spLocks noGrp="1"/>
          </p:cNvSpPr>
          <p:nvPr>
            <p:ph type="body" sz="quarter" idx="22" hasCustomPrompt="1"/>
          </p:nvPr>
        </p:nvSpPr>
        <p:spPr>
          <a:xfrm>
            <a:off x="9643428"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12" name="Text Placeholder 9">
            <a:extLst>
              <a:ext uri="{FF2B5EF4-FFF2-40B4-BE49-F238E27FC236}">
                <a16:creationId xmlns:a16="http://schemas.microsoft.com/office/drawing/2014/main" id="{F90290A2-7689-4DF5-971A-36C2D9173411}"/>
              </a:ext>
            </a:extLst>
          </p:cNvPr>
          <p:cNvSpPr>
            <a:spLocks noGrp="1"/>
          </p:cNvSpPr>
          <p:nvPr>
            <p:ph type="body" sz="quarter" idx="23"/>
          </p:nvPr>
        </p:nvSpPr>
        <p:spPr>
          <a:xfrm>
            <a:off x="9643428" y="227647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4" name="Picture 3">
            <a:extLst>
              <a:ext uri="{FF2B5EF4-FFF2-40B4-BE49-F238E27FC236}">
                <a16:creationId xmlns:a16="http://schemas.microsoft.com/office/drawing/2014/main" id="{A73EB6C2-2784-3909-1112-A4CB02FD5E18}"/>
              </a:ext>
            </a:extLst>
          </p:cNvPr>
          <p:cNvPicPr>
            <a:picLocks noChangeAspect="1"/>
          </p:cNvPicPr>
          <p:nvPr userDrawn="1"/>
        </p:nvPicPr>
        <p:blipFill>
          <a:blip r:embed="rId3"/>
          <a:stretch>
            <a:fillRect/>
          </a:stretch>
        </p:blipFill>
        <p:spPr>
          <a:xfrm>
            <a:off x="9335147" y="5959098"/>
            <a:ext cx="1366950" cy="813661"/>
          </a:xfrm>
          <a:prstGeom prst="rect">
            <a:avLst/>
          </a:prstGeom>
        </p:spPr>
      </p:pic>
    </p:spTree>
    <p:extLst>
      <p:ext uri="{BB962C8B-B14F-4D97-AF65-F5344CB8AC3E}">
        <p14:creationId xmlns:p14="http://schemas.microsoft.com/office/powerpoint/2010/main" val="1364864217"/>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610">
          <p15:clr>
            <a:srgbClr val="5ACBF0"/>
          </p15:clr>
        </p15:guide>
        <p15:guide id="7" pos="1795">
          <p15:clr>
            <a:srgbClr val="5ACBF0"/>
          </p15:clr>
        </p15:guide>
        <p15:guide id="8" pos="3035">
          <p15:clr>
            <a:srgbClr val="5ACBF0"/>
          </p15:clr>
        </p15:guide>
        <p15:guide id="9" pos="3221">
          <p15:clr>
            <a:srgbClr val="5ACBF0"/>
          </p15:clr>
        </p15:guide>
        <p15:guide id="10" pos="4461">
          <p15:clr>
            <a:srgbClr val="5ACBF0"/>
          </p15:clr>
        </p15:guide>
        <p15:guide id="11" pos="5890">
          <p15:clr>
            <a:srgbClr val="5ACBF0"/>
          </p15:clr>
        </p15:guide>
        <p15:guide id="12" orient="horz" pos="1436">
          <p15:clr>
            <a:srgbClr val="5ACBF0"/>
          </p15:clr>
        </p15:guide>
        <p15:guide id="13" pos="4646">
          <p15:clr>
            <a:srgbClr val="5ACBF0"/>
          </p15:clr>
        </p15:guide>
        <p15:guide id="14" pos="6072">
          <p15:clr>
            <a:srgbClr val="5ACBF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Title Only">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p>
        </p:txBody>
      </p:sp>
      <p:pic>
        <p:nvPicPr>
          <p:cNvPr id="4" name="Picture 3">
            <a:extLst>
              <a:ext uri="{FF2B5EF4-FFF2-40B4-BE49-F238E27FC236}">
                <a16:creationId xmlns:a16="http://schemas.microsoft.com/office/drawing/2014/main" id="{07BC75CB-C95D-E17E-E33C-9C75ADB84071}"/>
              </a:ext>
            </a:extLst>
          </p:cNvPr>
          <p:cNvPicPr>
            <a:picLocks noChangeAspect="1"/>
          </p:cNvPicPr>
          <p:nvPr userDrawn="1"/>
        </p:nvPicPr>
        <p:blipFill>
          <a:blip r:embed="rId3"/>
          <a:stretch>
            <a:fillRect/>
          </a:stretch>
        </p:blipFill>
        <p:spPr>
          <a:xfrm>
            <a:off x="9335147" y="5959098"/>
            <a:ext cx="1366950" cy="813661"/>
          </a:xfrm>
          <a:prstGeom prst="rect">
            <a:avLst/>
          </a:prstGeom>
        </p:spPr>
      </p:pic>
    </p:spTree>
    <p:extLst>
      <p:ext uri="{BB962C8B-B14F-4D97-AF65-F5344CB8AC3E}">
        <p14:creationId xmlns:p14="http://schemas.microsoft.com/office/powerpoint/2010/main" val="3295922018"/>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Title Only - left side ">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88264" y="2875002"/>
            <a:ext cx="4127692" cy="1107996"/>
          </a:xfrm>
        </p:spPr>
        <p:txBody>
          <a:bodyPr wrap="square" anchor="ctr">
            <a:spAutoFit/>
          </a:bodyPr>
          <a:lstStyle/>
          <a:p>
            <a:r>
              <a:rPr lang="en-US"/>
              <a:t>Click to edit Master title style</a:t>
            </a:r>
          </a:p>
        </p:txBody>
      </p:sp>
      <p:pic>
        <p:nvPicPr>
          <p:cNvPr id="4" name="Picture 3">
            <a:extLst>
              <a:ext uri="{FF2B5EF4-FFF2-40B4-BE49-F238E27FC236}">
                <a16:creationId xmlns:a16="http://schemas.microsoft.com/office/drawing/2014/main" id="{03D8A81E-1AFE-CB99-6564-E7EEDE9AAF77}"/>
              </a:ext>
            </a:extLst>
          </p:cNvPr>
          <p:cNvPicPr>
            <a:picLocks noChangeAspect="1"/>
          </p:cNvPicPr>
          <p:nvPr userDrawn="1"/>
        </p:nvPicPr>
        <p:blipFill>
          <a:blip r:embed="rId3"/>
          <a:stretch>
            <a:fillRect/>
          </a:stretch>
        </p:blipFill>
        <p:spPr>
          <a:xfrm>
            <a:off x="9335147" y="5959098"/>
            <a:ext cx="1366950" cy="813661"/>
          </a:xfrm>
          <a:prstGeom prst="rect">
            <a:avLst/>
          </a:prstGeom>
        </p:spPr>
      </p:pic>
    </p:spTree>
    <p:extLst>
      <p:ext uri="{BB962C8B-B14F-4D97-AF65-F5344CB8AC3E}">
        <p14:creationId xmlns:p14="http://schemas.microsoft.com/office/powerpoint/2010/main" val="1630936537"/>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30" orient="horz" pos="288">
          <p15:clr>
            <a:srgbClr val="5ACBF0"/>
          </p15:clr>
        </p15:guide>
        <p15:guide id="32" orient="horz" pos="2160">
          <p15:clr>
            <a:srgbClr val="5ACBF0"/>
          </p15:clr>
        </p15:guide>
        <p15:guide id="33" pos="2976">
          <p15:clr>
            <a:srgbClr val="5ACBF0"/>
          </p15:clr>
        </p15:guide>
        <p15:guide id="34" pos="3336">
          <p15:clr>
            <a:srgbClr val="5ACBF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Small title - half p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4B2500C4-B436-4E3A-8A91-A02448A774DB}"/>
              </a:ext>
            </a:extLst>
          </p:cNvPr>
          <p:cNvSpPr>
            <a:spLocks noGrp="1"/>
          </p:cNvSpPr>
          <p:nvPr>
            <p:ph type="title"/>
          </p:nvPr>
        </p:nvSpPr>
        <p:spPr>
          <a:xfrm>
            <a:off x="584200" y="457200"/>
            <a:ext cx="5508419" cy="372410"/>
          </a:xfrm>
        </p:spPr>
        <p:txBody>
          <a:bodyPr tIns="64008"/>
          <a:lstStyle>
            <a:lvl1pPr>
              <a:defRPr sz="2000" spc="0">
                <a:latin typeface="+mj-lt"/>
                <a:cs typeface="Segoe UI" panose="020B0502040204020203" pitchFamily="34" charset="0"/>
              </a:defRPr>
            </a:lvl1pPr>
          </a:lstStyle>
          <a:p>
            <a:r>
              <a:rPr lang="en-US"/>
              <a:t>Click to edit Master title style</a:t>
            </a:r>
          </a:p>
        </p:txBody>
      </p:sp>
      <p:pic>
        <p:nvPicPr>
          <p:cNvPr id="4" name="Picture 3">
            <a:extLst>
              <a:ext uri="{FF2B5EF4-FFF2-40B4-BE49-F238E27FC236}">
                <a16:creationId xmlns:a16="http://schemas.microsoft.com/office/drawing/2014/main" id="{8ACA4C18-717E-1E62-CFF9-A4ED2F889F61}"/>
              </a:ext>
            </a:extLst>
          </p:cNvPr>
          <p:cNvPicPr>
            <a:picLocks noChangeAspect="1"/>
          </p:cNvPicPr>
          <p:nvPr userDrawn="1"/>
        </p:nvPicPr>
        <p:blipFill>
          <a:blip r:embed="rId3"/>
          <a:stretch>
            <a:fillRect/>
          </a:stretch>
        </p:blipFill>
        <p:spPr>
          <a:xfrm>
            <a:off x="9335147" y="5959098"/>
            <a:ext cx="1366950" cy="813661"/>
          </a:xfrm>
          <a:prstGeom prst="rect">
            <a:avLst/>
          </a:prstGeom>
        </p:spPr>
      </p:pic>
    </p:spTree>
    <p:extLst>
      <p:ext uri="{BB962C8B-B14F-4D97-AF65-F5344CB8AC3E}">
        <p14:creationId xmlns:p14="http://schemas.microsoft.com/office/powerpoint/2010/main" val="3731223496"/>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52">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pos="3840">
          <p15:clr>
            <a:srgbClr val="5ACBF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Title - Square Photo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88263" y="588963"/>
            <a:ext cx="4158362" cy="2535236"/>
          </a:xfrm>
        </p:spPr>
        <p:txBody>
          <a:bodyPr anchor="b"/>
          <a:lstStyle>
            <a:lvl1pPr>
              <a:defRPr/>
            </a:lvl1pPr>
          </a:lstStyle>
          <a:p>
            <a:r>
              <a:rPr lang="en-US"/>
              <a:t>Title square photo layout </a:t>
            </a:r>
          </a:p>
        </p:txBody>
      </p:sp>
      <p:sp>
        <p:nvSpPr>
          <p:cNvPr id="4" name="Text Placeholder 3">
            <a:extLst>
              <a:ext uri="{FF2B5EF4-FFF2-40B4-BE49-F238E27FC236}">
                <a16:creationId xmlns:a16="http://schemas.microsoft.com/office/drawing/2014/main" id="{0E780C89-4FC1-4FE7-AFCA-1C41A1B0944C}"/>
              </a:ext>
            </a:extLst>
          </p:cNvPr>
          <p:cNvSpPr>
            <a:spLocks noGrp="1"/>
          </p:cNvSpPr>
          <p:nvPr>
            <p:ph type="body" sz="quarter" idx="10"/>
          </p:nvPr>
        </p:nvSpPr>
        <p:spPr>
          <a:xfrm>
            <a:off x="584200" y="3535540"/>
            <a:ext cx="4162425" cy="2733497"/>
          </a:xfrm>
        </p:spPr>
        <p:txBody>
          <a:bodyPr/>
          <a:lstStyle>
            <a:lvl1pPr marL="0" indent="0">
              <a:buNone/>
              <a:defRPr sz="2200">
                <a:latin typeface="+mn-lt"/>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edit Master text styles</a:t>
            </a:r>
          </a:p>
        </p:txBody>
      </p:sp>
      <p:sp>
        <p:nvSpPr>
          <p:cNvPr id="5" name="Picture Placeholder" descr="This photo is a 'placeholder' only. Drag or drop your photo here, or click and tap the center to insert a photo.">
            <a:extLst>
              <a:ext uri="{FF2B5EF4-FFF2-40B4-BE49-F238E27FC236}">
                <a16:creationId xmlns:a16="http://schemas.microsoft.com/office/drawing/2014/main" id="{2E18FD0C-FA99-4937-92CD-5CF7F279CD8E}"/>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6" name="TextBox 5">
            <a:extLst>
              <a:ext uri="{FF2B5EF4-FFF2-40B4-BE49-F238E27FC236}">
                <a16:creationId xmlns:a16="http://schemas.microsoft.com/office/drawing/2014/main" id="{16BDF4B0-32EF-4DA8-9A83-B73DD831057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517723168"/>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7" orient="horz" pos="1968">
          <p15:clr>
            <a:srgbClr val="5ACBF0"/>
          </p15:clr>
        </p15:guide>
        <p15:guide id="8" orient="horz" pos="2226">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Square Photo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92DE97-5F35-4963-AC7A-96FEB98062FF}"/>
              </a:ext>
            </a:extLst>
          </p:cNvPr>
          <p:cNvSpPr>
            <a:spLocks noGrp="1"/>
          </p:cNvSpPr>
          <p:nvPr>
            <p:ph type="title"/>
          </p:nvPr>
        </p:nvSpPr>
        <p:spPr>
          <a:xfrm>
            <a:off x="588263" y="585788"/>
            <a:ext cx="4159950" cy="5683249"/>
          </a:xfrm>
        </p:spPr>
        <p:txBody>
          <a:bodyPr anchor="ct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8A09A47B-FEF5-47F3-B2DD-A73E7C3234AF}"/>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642262945"/>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5" orient="horz" pos="2160">
          <p15:clr>
            <a:srgbClr val="5ACBF0"/>
          </p15:clr>
        </p15:guide>
        <p15:guide id="6" pos="2991">
          <p15:clr>
            <a:srgbClr val="5ACBF0"/>
          </p15:clr>
        </p15:guide>
        <p15:guide id="7" pos="3728">
          <p15:clr>
            <a:srgbClr val="C35EA4"/>
          </p15:clr>
        </p15:guide>
        <p15:guide id="8" pos="3544">
          <p15:clr>
            <a:srgbClr val="A4A3A4"/>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Square Photo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4E2C6C6-B442-4DE7-9C6C-405B9005314D}"/>
              </a:ext>
            </a:extLst>
          </p:cNvPr>
          <p:cNvSpPr>
            <a:spLocks noGrp="1"/>
          </p:cNvSpPr>
          <p:nvPr>
            <p:ph type="title" hasCustomPrompt="1"/>
          </p:nvPr>
        </p:nvSpPr>
        <p:spPr>
          <a:xfrm>
            <a:off x="588263" y="2979738"/>
            <a:ext cx="4163125" cy="3289300"/>
          </a:xfrm>
        </p:spPr>
        <p:txBody>
          <a:bodyPr anchor="t"/>
          <a:lstStyle>
            <a:lvl1pPr>
              <a:defRPr sz="2800"/>
            </a:lvl1pPr>
          </a:lstStyle>
          <a:p>
            <a:r>
              <a:rPr lang="en-US"/>
              <a:t>Square photo layout with smaller text</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3EBEAA94-C151-43DE-8A5A-09E8A930427E}"/>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6C2F1290-9237-4BEE-AAAC-6708F286265B}"/>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652648237"/>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3" orient="horz" pos="1877">
          <p15:clr>
            <a:srgbClr val="5ACBF0"/>
          </p15:clr>
        </p15:guide>
        <p15:guide id="4" pos="3731">
          <p15:clr>
            <a:srgbClr val="C35EA4"/>
          </p15:clr>
        </p15:guide>
        <p15:guide id="5" pos="2993">
          <p15:clr>
            <a:srgbClr val="5ACBF0"/>
          </p15:clr>
        </p15:guide>
        <p15:guide id="6" pos="3547">
          <p15:clr>
            <a:srgbClr val="A4A3A4"/>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p:cSld name="Photo full bleed lower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1554480" anchor="ctr">
            <a:noAutofit/>
          </a:bodyPr>
          <a:lstStyle>
            <a:lvl1pPr marL="0" indent="0" algn="ctr">
              <a:buNone/>
              <a:defRPr sz="1400" b="1">
                <a:solidFill>
                  <a:srgbClr val="000000"/>
                </a:solidFill>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p:nvPr>
        </p:nvSpPr>
        <p:spPr bwMode="ltGray">
          <a:xfrm>
            <a:off x="0" y="3657600"/>
            <a:ext cx="12192000" cy="3200400"/>
          </a:xfrm>
          <a:gradFill flip="none" rotWithShape="1">
            <a:gsLst>
              <a:gs pos="40000">
                <a:srgbClr val="000000">
                  <a:alpha val="70000"/>
                </a:srgbClr>
              </a:gs>
              <a:gs pos="100000">
                <a:srgbClr val="000000">
                  <a:alpha val="0"/>
                </a:srgbClr>
              </a:gs>
            </a:gsLst>
            <a:lin ang="16200000" scaled="1"/>
            <a:tileRect/>
          </a:gradFill>
        </p:spPr>
        <p:txBody>
          <a:bodyPr lIns="585216" tIns="585216" rIns="585216" bIns="585216" anchor="b" anchorCtr="0">
            <a:noAutofit/>
          </a:bodyPr>
          <a:lstStyle>
            <a:lvl1pPr>
              <a:defRPr sz="3600" spc="0">
                <a:solidFill>
                  <a:srgbClr val="FFFFFF"/>
                </a:solidFill>
              </a:defRPr>
            </a:lvl1pPr>
          </a:lstStyle>
          <a:p>
            <a:r>
              <a:rPr lang="en-US"/>
              <a:t>Click to edit Master title style</a:t>
            </a:r>
          </a:p>
        </p:txBody>
      </p:sp>
      <p:sp>
        <p:nvSpPr>
          <p:cNvPr id="6" name="TextBox 5">
            <a:extLst>
              <a:ext uri="{FF2B5EF4-FFF2-40B4-BE49-F238E27FC236}">
                <a16:creationId xmlns:a16="http://schemas.microsoft.com/office/drawing/2014/main" id="{03F619C2-B134-493A-AB9F-5DE39C929931}"/>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343531980"/>
      </p:ext>
    </p:extLst>
  </p:cSld>
  <p:clrMapOvr>
    <a:masterClrMapping/>
  </p:clrMapOvr>
  <p:transition>
    <p:fade/>
  </p:transition>
  <p:extLst>
    <p:ext uri="{DCECCB84-F9BA-43D5-87BE-67443E8EF086}">
      <p15:sldGuideLst xmlns:p15="http://schemas.microsoft.com/office/powerpoint/2012/main">
        <p15:guide id="1" orient="horz" pos="2304">
          <p15:clr>
            <a:srgbClr val="5ACBF0"/>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Photo full bleed left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1554480" anchor="ctr">
            <a:noAutofit/>
          </a:bodyPr>
          <a:lstStyle>
            <a:lvl1pPr marL="0" indent="0" algn="ctr">
              <a:buNone/>
              <a:defRPr sz="1400" b="1">
                <a:solidFill>
                  <a:srgbClr val="000000"/>
                </a:solidFill>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hasCustomPrompt="1"/>
          </p:nvPr>
        </p:nvSpPr>
        <p:spPr bwMode="ltGray">
          <a:xfrm>
            <a:off x="-3" y="0"/>
            <a:ext cx="5669280" cy="6858000"/>
          </a:xfrm>
          <a:gradFill flip="none" rotWithShape="1">
            <a:gsLst>
              <a:gs pos="50000">
                <a:srgbClr val="000000">
                  <a:alpha val="70000"/>
                </a:srgbClr>
              </a:gs>
              <a:gs pos="100000">
                <a:srgbClr val="000000">
                  <a:alpha val="0"/>
                </a:srgbClr>
              </a:gs>
            </a:gsLst>
            <a:lin ang="0" scaled="1"/>
            <a:tileRect/>
          </a:gradFill>
        </p:spPr>
        <p:txBody>
          <a:bodyPr lIns="585216" tIns="585216" rIns="585216" bIns="585216" anchor="ctr">
            <a:noAutofit/>
          </a:bodyPr>
          <a:lstStyle>
            <a:lvl1pPr>
              <a:defRPr sz="3600" spc="0">
                <a:solidFill>
                  <a:srgbClr val="FFFFFF"/>
                </a:solidFill>
              </a:defRPr>
            </a:lvl1pPr>
          </a:lstStyle>
          <a:p>
            <a:r>
              <a:rPr lang="en-US"/>
              <a:t>Click to edit </a:t>
            </a:r>
            <a:br>
              <a:rPr lang="en-US"/>
            </a:br>
            <a:r>
              <a:rPr lang="en-US"/>
              <a:t>Master title style</a:t>
            </a:r>
          </a:p>
        </p:txBody>
      </p:sp>
      <p:sp>
        <p:nvSpPr>
          <p:cNvPr id="6" name="TextBox 5">
            <a:extLst>
              <a:ext uri="{FF2B5EF4-FFF2-40B4-BE49-F238E27FC236}">
                <a16:creationId xmlns:a16="http://schemas.microsoft.com/office/drawing/2014/main" id="{1D4894F6-B50F-43E1-83FC-4F2200B2FA65}"/>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765256976"/>
      </p:ext>
    </p:extLst>
  </p:cSld>
  <p:clrMapOvr>
    <a:masterClrMapping/>
  </p:clrMapOvr>
  <p:transition>
    <p:fade/>
  </p:transition>
  <p:extLst>
    <p:ext uri="{DCECCB84-F9BA-43D5-87BE-67443E8EF086}">
      <p15:sldGuideLst xmlns:p15="http://schemas.microsoft.com/office/powerpoint/2012/main">
        <p15:guide id="7" pos="3576">
          <p15:clr>
            <a:srgbClr val="5ACBF0"/>
          </p15:clr>
        </p15:guide>
        <p15:guide id="8" orient="horz" pos="2160">
          <p15:clr>
            <a:srgbClr val="5ACBF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Photo full bleed right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1554480" anchor="ctr">
            <a:noAutofit/>
          </a:bodyPr>
          <a:lstStyle>
            <a:lvl1pPr marL="0" indent="0" algn="ctr">
              <a:buNone/>
              <a:defRPr sz="1400" b="1">
                <a:solidFill>
                  <a:srgbClr val="000000"/>
                </a:solidFill>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hasCustomPrompt="1"/>
          </p:nvPr>
        </p:nvSpPr>
        <p:spPr bwMode="ltGray">
          <a:xfrm>
            <a:off x="6522720" y="0"/>
            <a:ext cx="5669280" cy="6858000"/>
          </a:xfrm>
          <a:gradFill flip="none" rotWithShape="1">
            <a:gsLst>
              <a:gs pos="50000">
                <a:srgbClr val="000000">
                  <a:alpha val="70000"/>
                </a:srgbClr>
              </a:gs>
              <a:gs pos="100000">
                <a:srgbClr val="000000">
                  <a:alpha val="0"/>
                </a:srgbClr>
              </a:gs>
            </a:gsLst>
            <a:lin ang="10800000" scaled="1"/>
            <a:tileRect/>
          </a:gradFill>
          <a:ln>
            <a:noFill/>
          </a:ln>
        </p:spPr>
        <p:txBody>
          <a:bodyPr lIns="585216" tIns="585216" rIns="585216" bIns="585216" anchor="ctr">
            <a:noAutofit/>
          </a:bodyPr>
          <a:lstStyle>
            <a:lvl1pPr algn="r">
              <a:defRPr sz="3600" spc="0">
                <a:solidFill>
                  <a:srgbClr val="FFFFFF"/>
                </a:solidFill>
              </a:defRPr>
            </a:lvl1pPr>
          </a:lstStyle>
          <a:p>
            <a:r>
              <a:rPr lang="en-US"/>
              <a:t>Click to edit </a:t>
            </a:r>
            <a:br>
              <a:rPr lang="en-US"/>
            </a:br>
            <a:r>
              <a:rPr lang="en-US"/>
              <a:t>Master title style</a:t>
            </a:r>
          </a:p>
        </p:txBody>
      </p:sp>
      <p:sp>
        <p:nvSpPr>
          <p:cNvPr id="6" name="TextBox 5">
            <a:extLst>
              <a:ext uri="{FF2B5EF4-FFF2-40B4-BE49-F238E27FC236}">
                <a16:creationId xmlns:a16="http://schemas.microsoft.com/office/drawing/2014/main" id="{A629011D-E3B4-416F-9D7F-7A99AE49F65A}"/>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730844171"/>
      </p:ext>
    </p:extLst>
  </p:cSld>
  <p:clrMapOvr>
    <a:masterClrMapping/>
  </p:clrMapOvr>
  <p:transition>
    <p:fade/>
  </p:transition>
  <p:extLst>
    <p:ext uri="{DCECCB84-F9BA-43D5-87BE-67443E8EF086}">
      <p15:sldGuideLst xmlns:p15="http://schemas.microsoft.com/office/powerpoint/2012/main">
        <p15:guide id="7" pos="4105">
          <p15:clr>
            <a:srgbClr val="5ACBF0"/>
          </p15:clr>
        </p15:guide>
        <p15:guide id="8" orient="horz" pos="2160">
          <p15:clr>
            <a:srgbClr val="5ACBF0"/>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Top horizontal photo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E01E45-D858-46CB-8C37-2ADA7A8B4F38}"/>
              </a:ext>
            </a:extLst>
          </p:cNvPr>
          <p:cNvSpPr>
            <a:spLocks noGrp="1"/>
          </p:cNvSpPr>
          <p:nvPr>
            <p:ph type="title"/>
          </p:nvPr>
        </p:nvSpPr>
        <p:spPr>
          <a:xfrm>
            <a:off x="588263" y="5157216"/>
            <a:ext cx="11018520" cy="1111822"/>
          </a:xfrm>
        </p:spPr>
        <p:txBody>
          <a:bodyPr anchor="ctr"/>
          <a:lstStyle>
            <a:lvl1pPr algn="ctr">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0" y="0"/>
            <a:ext cx="12192000" cy="4572000"/>
          </a:xfrm>
          <a:blipFill>
            <a:blip r:embed="rId2"/>
            <a:stretch>
              <a:fillRect/>
            </a:stretch>
          </a:blipFill>
        </p:spPr>
        <p:txBody>
          <a:bodyPr vert="horz" wrap="square" lIns="0" tIns="1280160" rIns="0" bIns="0" rtlCol="0" anchor="t" anchorCtr="0">
            <a:noAutofit/>
          </a:bodyPr>
          <a:lstStyle>
            <a:lvl1pPr marL="0" indent="0" algn="ctr">
              <a:buNone/>
              <a:defRPr lang="en-US" sz="14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3A996C37-D0C9-4349-A860-B639C4EB9D5D}"/>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679576568"/>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p:cSld name="Bottom horizontal photo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5563AC-3A0B-4839-A9DC-F00E8E5411A6}"/>
              </a:ext>
            </a:extLst>
          </p:cNvPr>
          <p:cNvSpPr>
            <a:spLocks noGrp="1"/>
          </p:cNvSpPr>
          <p:nvPr>
            <p:ph type="title"/>
          </p:nvPr>
        </p:nvSpPr>
        <p:spPr>
          <a:xfrm>
            <a:off x="588263" y="585788"/>
            <a:ext cx="11018520" cy="1114996"/>
          </a:xfrm>
        </p:spPr>
        <p:txBody>
          <a:bodyPr anchor="ctr"/>
          <a:lstStyle>
            <a:lvl1pPr algn="ctr">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2381" y="2286000"/>
            <a:ext cx="12192000" cy="4572000"/>
          </a:xfrm>
          <a:blipFill>
            <a:blip r:embed="rId2"/>
            <a:stretch>
              <a:fillRect/>
            </a:stretch>
          </a:blipFill>
        </p:spPr>
        <p:txBody>
          <a:bodyPr vert="horz" wrap="square" lIns="0" tIns="1371600" rIns="0" bIns="0" rtlCol="0" anchor="t" anchorCtr="0">
            <a:noAutofit/>
          </a:bodyPr>
          <a:lstStyle>
            <a:lvl1pPr marL="0" indent="0" algn="ctr">
              <a:buNone/>
              <a:defRPr lang="en-US" sz="14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3D6FDE6F-0F4B-446A-A51F-494FB0996655}"/>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014317633"/>
      </p:ext>
    </p:extLst>
  </p:cSld>
  <p:clrMapOvr>
    <a:masterClrMapping/>
  </p:clrMapOvr>
  <p:transition>
    <p:fade/>
  </p:transition>
  <p:extLst>
    <p:ext uri="{DCECCB84-F9BA-43D5-87BE-67443E8EF086}">
      <p15:sldGuideLst xmlns:p15="http://schemas.microsoft.com/office/powerpoint/2012/main">
        <p15:guide id="5" orient="horz" pos="1440">
          <p15:clr>
            <a:srgbClr val="5ACBF0"/>
          </p15:clr>
        </p15:guide>
        <p15:guide id="6" orient="horz" pos="720">
          <p15:clr>
            <a:srgbClr val="5ACBF0"/>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p:cSld name="Two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27DCA08-1117-4B11-AEFD-AAB2B33543F9}"/>
              </a:ext>
            </a:extLst>
          </p:cNvPr>
          <p:cNvSpPr>
            <a:spLocks noGrp="1"/>
          </p:cNvSpPr>
          <p:nvPr>
            <p:ph type="title"/>
          </p:nvPr>
        </p:nvSpPr>
        <p:spPr>
          <a:xfrm>
            <a:off x="588263" y="457200"/>
            <a:ext cx="11018520" cy="983234"/>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4199" y="5689600"/>
            <a:ext cx="5367528"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5367528" cy="3474720"/>
          </a:xfrm>
          <a:blipFill>
            <a:blip r:embed="rId2"/>
            <a:stretch>
              <a:fillRect/>
            </a:stretch>
          </a:blipFill>
        </p:spPr>
        <p:txBody>
          <a:bodyPr vert="horz" wrap="square" lIns="0" tIns="0" rIns="0" bIns="1005840" rtlCol="0" anchor="ctr" anchorCtr="0">
            <a:noAutofit/>
          </a:bodyPr>
          <a:lstStyle>
            <a:lvl1pPr marL="0" indent="0" algn="ctr">
              <a:buNone/>
              <a:defRPr lang="en-US" sz="10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1860" y="5689600"/>
            <a:ext cx="5367528"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6239255" y="2025650"/>
            <a:ext cx="5367528" cy="3474720"/>
          </a:xfrm>
          <a:blipFill>
            <a:blip r:embed="rId3"/>
            <a:stretch>
              <a:fillRect/>
            </a:stretch>
          </a:blipFill>
        </p:spPr>
        <p:txBody>
          <a:bodyPr vert="horz" wrap="square" lIns="0" tIns="0" rIns="0" bIns="1005840" rtlCol="0" anchor="ctr" anchorCtr="0">
            <a:noAutofit/>
          </a:bodyPr>
          <a:lstStyle>
            <a:lvl1pPr marL="0" indent="0" algn="ctr">
              <a:buNone/>
              <a:defRPr lang="en-US" sz="10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10" name="TextBox 9">
            <a:extLst>
              <a:ext uri="{FF2B5EF4-FFF2-40B4-BE49-F238E27FC236}">
                <a16:creationId xmlns:a16="http://schemas.microsoft.com/office/drawing/2014/main" id="{CAF59E09-7602-42B9-AB0C-9D1365A9EBB2}"/>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927545422"/>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3749">
          <p15:clr>
            <a:srgbClr val="5ACBF0"/>
          </p15:clr>
        </p15:guide>
        <p15:guide id="7" pos="3931">
          <p15:clr>
            <a:srgbClr val="5ACBF0"/>
          </p15:clr>
        </p15:guide>
        <p15:guide id="8" orient="horz" pos="3464">
          <p15:clr>
            <a:srgbClr val="5ACBF0"/>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p:cSld name="Three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60F77E-464D-46F7-A8F8-6F281DAB0C7A}"/>
              </a:ext>
            </a:extLst>
          </p:cNvPr>
          <p:cNvSpPr>
            <a:spLocks noGrp="1"/>
          </p:cNvSpPr>
          <p:nvPr>
            <p:ph type="title"/>
          </p:nvPr>
        </p:nvSpPr>
        <p:spPr>
          <a:xfrm>
            <a:off x="588263" y="457200"/>
            <a:ext cx="11018520" cy="983234"/>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3" y="5689600"/>
            <a:ext cx="3475037"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3474720" cy="3474720"/>
          </a:xfrm>
          <a:blipFill>
            <a:blip r:embed="rId2"/>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4358640" y="5689600"/>
            <a:ext cx="3475037"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ltGray">
          <a:xfrm>
            <a:off x="4358640" y="2025650"/>
            <a:ext cx="3474720" cy="3474720"/>
          </a:xfrm>
          <a:blipFill>
            <a:blip r:embed="rId3"/>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8134351" y="5689600"/>
            <a:ext cx="3475037"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8132063" y="2025650"/>
            <a:ext cx="3474720" cy="3474720"/>
          </a:xfrm>
          <a:blipFill>
            <a:blip r:embed="rId4"/>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Box 13">
            <a:extLst>
              <a:ext uri="{FF2B5EF4-FFF2-40B4-BE49-F238E27FC236}">
                <a16:creationId xmlns:a16="http://schemas.microsoft.com/office/drawing/2014/main" id="{52B36921-D927-4BA6-8891-8AEE9784923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53393662"/>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2557">
          <p15:clr>
            <a:srgbClr val="5ACBF0"/>
          </p15:clr>
        </p15:guide>
        <p15:guide id="7" pos="2744">
          <p15:clr>
            <a:srgbClr val="5ACBF0"/>
          </p15:clr>
        </p15:guide>
        <p15:guide id="8" pos="4936">
          <p15:clr>
            <a:srgbClr val="5ACBF0"/>
          </p15:clr>
        </p15:guide>
        <p15:guide id="9" pos="5123">
          <p15:clr>
            <a:srgbClr val="5ACBF0"/>
          </p15:clr>
        </p15:guide>
        <p15:guide id="10" orient="horz" pos="3465">
          <p15:clr>
            <a:srgbClr val="5ACBF0"/>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p:cSld name="Four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983234"/>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3"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2532888" cy="2532888"/>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3413908"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ltGray">
          <a:xfrm>
            <a:off x="3413908" y="2025650"/>
            <a:ext cx="2532888" cy="2532888"/>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5204"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6245204" y="2025650"/>
            <a:ext cx="2532888" cy="2532888"/>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5" name="Text Placeholder 3">
            <a:extLst>
              <a:ext uri="{FF2B5EF4-FFF2-40B4-BE49-F238E27FC236}">
                <a16:creationId xmlns:a16="http://schemas.microsoft.com/office/drawing/2014/main" id="{38E883C1-8203-4549-AF30-B96AEC45AC68}"/>
              </a:ext>
            </a:extLst>
          </p:cNvPr>
          <p:cNvSpPr>
            <a:spLocks noGrp="1"/>
          </p:cNvSpPr>
          <p:nvPr>
            <p:ph type="body" sz="quarter" idx="20"/>
          </p:nvPr>
        </p:nvSpPr>
        <p:spPr>
          <a:xfrm>
            <a:off x="9076500"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14" name="Picture Placeholder" descr="This photo is a 'placeholder' only. Drag or drop your photo here, or click and tap the center to insert a photo.">
            <a:extLst>
              <a:ext uri="{FF2B5EF4-FFF2-40B4-BE49-F238E27FC236}">
                <a16:creationId xmlns:a16="http://schemas.microsoft.com/office/drawing/2014/main" id="{BBD58C33-921C-42F1-9803-1C798DB548C2}"/>
              </a:ext>
            </a:extLst>
          </p:cNvPr>
          <p:cNvSpPr>
            <a:spLocks noGrp="1"/>
          </p:cNvSpPr>
          <p:nvPr>
            <p:ph type="pic" sz="quarter" idx="19" hasCustomPrompt="1"/>
          </p:nvPr>
        </p:nvSpPr>
        <p:spPr bwMode="ltGray">
          <a:xfrm>
            <a:off x="9073895" y="2025650"/>
            <a:ext cx="2532888" cy="2532888"/>
          </a:xfrm>
          <a:blipFill>
            <a:blip r:embed="rId5"/>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16" name="TextBox 15">
            <a:extLst>
              <a:ext uri="{FF2B5EF4-FFF2-40B4-BE49-F238E27FC236}">
                <a16:creationId xmlns:a16="http://schemas.microsoft.com/office/drawing/2014/main" id="{5CF56B00-AAD4-4F4F-8228-B6CF8367DE0D}"/>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159409043"/>
      </p:ext>
    </p:extLst>
  </p:cSld>
  <p:clrMapOvr>
    <a:masterClrMapping/>
  </p:clrMapOvr>
  <p:transition>
    <p:fade/>
  </p:transition>
  <p:extLst>
    <p:ext uri="{DCECCB84-F9BA-43D5-87BE-67443E8EF086}">
      <p15:sldGuideLst xmlns:p15="http://schemas.microsoft.com/office/powerpoint/2012/main">
        <p15:guide id="3" orient="horz" pos="2993">
          <p15:clr>
            <a:srgbClr val="5ACBF0"/>
          </p15:clr>
        </p15:guide>
        <p15:guide id="4" orient="horz" pos="127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2870">
          <p15:clr>
            <a:srgbClr val="5ACBF0"/>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p:cSld name="Two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8"/>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6" y="5334000"/>
            <a:ext cx="4892040" cy="9350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6062472" cy="2807208"/>
          </a:xfrm>
          <a:blipFill>
            <a:blip r:embed="rId2"/>
            <a:stretch>
              <a:fillRect/>
            </a:stretch>
          </a:blipFill>
        </p:spPr>
        <p:txBody>
          <a:bodyPr lIns="0" tIns="0" rIns="0" bIns="73152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6714744" y="5334000"/>
            <a:ext cx="4892040" cy="938212"/>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6129528" y="2286000"/>
            <a:ext cx="6062472" cy="2807208"/>
          </a:xfrm>
          <a:blipFill>
            <a:blip r:embed="rId3"/>
            <a:stretch>
              <a:fillRect/>
            </a:stretch>
          </a:blipFill>
        </p:spPr>
        <p:txBody>
          <a:bodyPr lIns="0" tIns="0" rIns="0" bIns="73152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4" name="TextBox 3">
            <a:extLst>
              <a:ext uri="{FF2B5EF4-FFF2-40B4-BE49-F238E27FC236}">
                <a16:creationId xmlns:a16="http://schemas.microsoft.com/office/drawing/2014/main" id="{6AAE597A-BE1E-6B1F-960D-A90DC95443A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64359835"/>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4" orient="horz" pos="3209">
          <p15:clr>
            <a:srgbClr val="5ACBF0"/>
          </p15:clr>
        </p15:guide>
        <p15:guide id="5" pos="3826">
          <p15:clr>
            <a:srgbClr val="5ACBF0"/>
          </p15:clr>
        </p15:guide>
        <p15:guide id="6" pos="3859">
          <p15:clr>
            <a:srgbClr val="5ACBF0"/>
          </p15:clr>
        </p15:guide>
        <p15:guide id="11" pos="1910">
          <p15:clr>
            <a:srgbClr val="5ACBF0"/>
          </p15:clr>
        </p15:guide>
        <p15:guide id="12" pos="5770">
          <p15:clr>
            <a:srgbClr val="5ACBF0"/>
          </p15:clr>
        </p15:guide>
        <p15:guide id="13" orient="horz" pos="3360">
          <p15:clr>
            <a:srgbClr val="5ACBF0"/>
          </p15:clr>
        </p15:guide>
        <p15:guide id="14" orient="horz">
          <p15:clr>
            <a:srgbClr val="5ACBF0"/>
          </p15:clr>
        </p15:guide>
        <p15:guide id="15" pos="3451">
          <p15:clr>
            <a:srgbClr val="5ACBF0"/>
          </p15:clr>
        </p15:guide>
        <p15:guide id="16" pos="4229">
          <p15:clr>
            <a:srgbClr val="5ACBF0"/>
          </p15:clr>
        </p15:guide>
      </p15:sldGuideLst>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p:cSld name="Three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7"/>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6" y="4800600"/>
            <a:ext cx="2852928" cy="14684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4023360" cy="2286000"/>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4669536" y="4799409"/>
            <a:ext cx="2852928" cy="1472803"/>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4084320" y="2286000"/>
            <a:ext cx="4023360" cy="2286000"/>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8753856" y="4799410"/>
            <a:ext cx="2852928" cy="146962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8168640" y="2286000"/>
            <a:ext cx="4023360" cy="2286000"/>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42B999C7-F5A8-46A6-92C5-AA3BE4E2693D}"/>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102478781"/>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5" pos="2534">
          <p15:clr>
            <a:srgbClr val="5ACBF0"/>
          </p15:clr>
        </p15:guide>
        <p15:guide id="6" pos="2573">
          <p15:clr>
            <a:srgbClr val="5ACBF0"/>
          </p15:clr>
        </p15:guide>
        <p15:guide id="8" pos="5109">
          <p15:clr>
            <a:srgbClr val="5ACBF0"/>
          </p15:clr>
        </p15:guide>
        <p15:guide id="9" pos="5145">
          <p15:clr>
            <a:srgbClr val="5ACBF0"/>
          </p15:clr>
        </p15:guide>
        <p15:guide id="11" pos="1266">
          <p15:clr>
            <a:srgbClr val="5ACBF0"/>
          </p15:clr>
        </p15:guide>
        <p15:guide id="12" pos="3840">
          <p15:clr>
            <a:srgbClr val="5ACBF0"/>
          </p15:clr>
        </p15:guide>
        <p15:guide id="13" pos="6414">
          <p15:clr>
            <a:srgbClr val="5ACBF0"/>
          </p15:clr>
        </p15:guide>
        <p15:guide id="14" orient="horz" pos="1074">
          <p15:clr>
            <a:srgbClr val="5ACBF0"/>
          </p15:clr>
        </p15:guide>
        <p15:guide id="15" pos="2168">
          <p15:clr>
            <a:srgbClr val="5ACBF0"/>
          </p15:clr>
        </p15:guide>
        <p15:guide id="16" pos="2944">
          <p15:clr>
            <a:srgbClr val="5ACBF0"/>
          </p15:clr>
        </p15:guide>
        <p15:guide id="17" pos="4738">
          <p15:clr>
            <a:srgbClr val="5ACBF0"/>
          </p15:clr>
        </p15:guide>
        <p15:guide id="18" pos="5514">
          <p15:clr>
            <a:srgbClr val="5ACBF0"/>
          </p15:clr>
        </p15:guide>
      </p15:sldGuideLst>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p:cSld name="Four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8"/>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6" y="4800600"/>
            <a:ext cx="1828800" cy="14684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2999232" cy="2286000"/>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3649472" y="4799409"/>
            <a:ext cx="1828800" cy="1472803"/>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3064256" y="2286000"/>
            <a:ext cx="2999232" cy="2286000"/>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6713728" y="4799410"/>
            <a:ext cx="1828800" cy="146962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6128512" y="2286000"/>
            <a:ext cx="2999232" cy="2286000"/>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8" name="Text Placeholder 3">
            <a:extLst>
              <a:ext uri="{FF2B5EF4-FFF2-40B4-BE49-F238E27FC236}">
                <a16:creationId xmlns:a16="http://schemas.microsoft.com/office/drawing/2014/main" id="{83564109-638C-44E2-AE84-46B44C29FD6C}"/>
              </a:ext>
            </a:extLst>
          </p:cNvPr>
          <p:cNvSpPr>
            <a:spLocks noGrp="1"/>
          </p:cNvSpPr>
          <p:nvPr>
            <p:ph type="body" sz="quarter" idx="20"/>
          </p:nvPr>
        </p:nvSpPr>
        <p:spPr>
          <a:xfrm>
            <a:off x="9777984" y="4799409"/>
            <a:ext cx="1828800" cy="1469629"/>
          </a:xfrm>
        </p:spPr>
        <p:txBody>
          <a:bodyPr/>
          <a:lstStyle>
            <a:lvl1pPr marL="0" indent="0" algn="ctr">
              <a:spcBef>
                <a:spcPts val="0"/>
              </a:spcBef>
              <a:buNone/>
              <a:defRPr sz="18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713AAE36-2045-4D14-87DC-59D4EFCC1500}"/>
              </a:ext>
            </a:extLst>
          </p:cNvPr>
          <p:cNvSpPr>
            <a:spLocks noGrp="1"/>
          </p:cNvSpPr>
          <p:nvPr>
            <p:ph type="pic" sz="quarter" idx="19" hasCustomPrompt="1"/>
          </p:nvPr>
        </p:nvSpPr>
        <p:spPr bwMode="ltGray">
          <a:xfrm>
            <a:off x="9192768" y="2286000"/>
            <a:ext cx="2999232" cy="2286000"/>
          </a:xfrm>
          <a:blipFill>
            <a:blip r:embed="rId5"/>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B2FE569B-F817-467C-8BAC-558CE9824DBA}"/>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228863187"/>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5" pos="1890">
          <p15:clr>
            <a:srgbClr val="5ACBF0"/>
          </p15:clr>
        </p15:guide>
        <p15:guide id="6" pos="1930">
          <p15:clr>
            <a:srgbClr val="5ACBF0"/>
          </p15:clr>
        </p15:guide>
        <p15:guide id="7" pos="5749">
          <p15:clr>
            <a:srgbClr val="5ACBF0"/>
          </p15:clr>
        </p15:guide>
        <p15:guide id="8" pos="3820">
          <p15:clr>
            <a:srgbClr val="5ACBF0"/>
          </p15:clr>
        </p15:guide>
        <p15:guide id="9" pos="3860">
          <p15:clr>
            <a:srgbClr val="5ACBF0"/>
          </p15:clr>
        </p15:guide>
        <p15:guide id="10" pos="5789">
          <p15:clr>
            <a:srgbClr val="5ACBF0"/>
          </p15:clr>
        </p15:guide>
        <p15:guide id="11" pos="944">
          <p15:clr>
            <a:srgbClr val="5ACBF0"/>
          </p15:clr>
        </p15:guide>
        <p15:guide id="12" pos="2876">
          <p15:clr>
            <a:srgbClr val="5ACBF0"/>
          </p15:clr>
        </p15:guide>
        <p15:guide id="13" pos="4807">
          <p15:clr>
            <a:srgbClr val="5ACBF0"/>
          </p15:clr>
        </p15:guide>
        <p15:guide id="14" pos="6736">
          <p15:clr>
            <a:srgbClr val="5ACBF0"/>
          </p15:clr>
        </p15:guide>
        <p15:guide id="15" orient="horz">
          <p15:clr>
            <a:srgbClr val="5ACBF0"/>
          </p15:clr>
        </p15:guide>
        <p15:guide id="16" pos="1524">
          <p15:clr>
            <a:srgbClr val="5ACBF0"/>
          </p15:clr>
        </p15:guide>
        <p15:guide id="17" pos="2298">
          <p15:clr>
            <a:srgbClr val="5ACBF0"/>
          </p15:clr>
        </p15:guide>
        <p15:guide id="18" pos="3450">
          <p15:clr>
            <a:srgbClr val="5ACBF0"/>
          </p15:clr>
        </p15:guide>
        <p15:guide id="19" pos="4230">
          <p15:clr>
            <a:srgbClr val="5ACBF0"/>
          </p15:clr>
        </p15:guide>
        <p15:guide id="20" pos="5380">
          <p15:clr>
            <a:srgbClr val="5ACBF0"/>
          </p15:clr>
        </p15:guide>
        <p15:guide id="21" pos="6156">
          <p15:clr>
            <a:srgbClr val="5ACBF0"/>
          </p15:clr>
        </p15:guide>
      </p15:sldGuideLst>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p:cSld name="Five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8"/>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292608" y="4800600"/>
            <a:ext cx="1801368" cy="14684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2386584" cy="2286000"/>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2743962" y="4799409"/>
            <a:ext cx="1801368" cy="1472803"/>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2451354" y="2286000"/>
            <a:ext cx="2386584" cy="2286000"/>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5195316" y="4799410"/>
            <a:ext cx="1801368" cy="146962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4902708" y="2286000"/>
            <a:ext cx="2386584" cy="2286000"/>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8" name="Text Placeholder 3">
            <a:extLst>
              <a:ext uri="{FF2B5EF4-FFF2-40B4-BE49-F238E27FC236}">
                <a16:creationId xmlns:a16="http://schemas.microsoft.com/office/drawing/2014/main" id="{83564109-638C-44E2-AE84-46B44C29FD6C}"/>
              </a:ext>
            </a:extLst>
          </p:cNvPr>
          <p:cNvSpPr>
            <a:spLocks noGrp="1"/>
          </p:cNvSpPr>
          <p:nvPr>
            <p:ph type="body" sz="quarter" idx="20"/>
          </p:nvPr>
        </p:nvSpPr>
        <p:spPr>
          <a:xfrm>
            <a:off x="7646670" y="4799409"/>
            <a:ext cx="1801368" cy="1469629"/>
          </a:xfrm>
        </p:spPr>
        <p:txBody>
          <a:bodyPr/>
          <a:lstStyle>
            <a:lvl1pPr marL="0" indent="0" algn="ctr">
              <a:spcBef>
                <a:spcPts val="0"/>
              </a:spcBef>
              <a:buNone/>
              <a:defRPr sz="18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713AAE36-2045-4D14-87DC-59D4EFCC1500}"/>
              </a:ext>
            </a:extLst>
          </p:cNvPr>
          <p:cNvSpPr>
            <a:spLocks noGrp="1"/>
          </p:cNvSpPr>
          <p:nvPr>
            <p:ph type="pic" sz="quarter" idx="19" hasCustomPrompt="1"/>
          </p:nvPr>
        </p:nvSpPr>
        <p:spPr bwMode="ltGray">
          <a:xfrm>
            <a:off x="7354062" y="2286000"/>
            <a:ext cx="2386584" cy="2286000"/>
          </a:xfrm>
          <a:blipFill>
            <a:blip r:embed="rId5"/>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21" name="Text Placeholder 3">
            <a:extLst>
              <a:ext uri="{FF2B5EF4-FFF2-40B4-BE49-F238E27FC236}">
                <a16:creationId xmlns:a16="http://schemas.microsoft.com/office/drawing/2014/main" id="{5B1B6F72-F14C-40F1-8B29-8620AA34DC63}"/>
              </a:ext>
            </a:extLst>
          </p:cNvPr>
          <p:cNvSpPr>
            <a:spLocks noGrp="1"/>
          </p:cNvSpPr>
          <p:nvPr>
            <p:ph type="body" sz="quarter" idx="22"/>
          </p:nvPr>
        </p:nvSpPr>
        <p:spPr>
          <a:xfrm>
            <a:off x="10098024" y="4799409"/>
            <a:ext cx="1801368" cy="1469629"/>
          </a:xfrm>
        </p:spPr>
        <p:txBody>
          <a:bodyPr/>
          <a:lstStyle>
            <a:lvl1pPr marL="0" indent="0" algn="ctr">
              <a:spcBef>
                <a:spcPts val="0"/>
              </a:spcBef>
              <a:buNone/>
              <a:defRPr sz="1800">
                <a:latin typeface="+mj-lt"/>
              </a:defRPr>
            </a:lvl1pPr>
          </a:lstStyle>
          <a:p>
            <a:pPr lvl="0"/>
            <a:r>
              <a:rPr lang="en-US"/>
              <a:t>Click to edit Master text styles</a:t>
            </a:r>
          </a:p>
        </p:txBody>
      </p:sp>
      <p:sp>
        <p:nvSpPr>
          <p:cNvPr id="20" name="Picture Placeholder" descr="This photo is a 'placeholder' only. Drag or drop your photo here, or click and tap the center to insert a photo.">
            <a:extLst>
              <a:ext uri="{FF2B5EF4-FFF2-40B4-BE49-F238E27FC236}">
                <a16:creationId xmlns:a16="http://schemas.microsoft.com/office/drawing/2014/main" id="{2AD682C7-20D7-4ED0-99A7-C8530DAC8612}"/>
              </a:ext>
            </a:extLst>
          </p:cNvPr>
          <p:cNvSpPr>
            <a:spLocks noGrp="1"/>
          </p:cNvSpPr>
          <p:nvPr>
            <p:ph type="pic" sz="quarter" idx="21" hasCustomPrompt="1"/>
          </p:nvPr>
        </p:nvSpPr>
        <p:spPr bwMode="ltGray">
          <a:xfrm>
            <a:off x="9805416" y="2286000"/>
            <a:ext cx="2386584" cy="2286000"/>
          </a:xfrm>
          <a:blipFill>
            <a:blip r:embed="rId6"/>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B2FE569B-F817-467C-8BAC-558CE9824DBA}"/>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580374138"/>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8" pos="4631">
          <p15:clr>
            <a:srgbClr val="5ACBF0"/>
          </p15:clr>
        </p15:guide>
        <p15:guide id="9" pos="4593">
          <p15:clr>
            <a:srgbClr val="5ACBF0"/>
          </p15:clr>
        </p15:guide>
        <p15:guide id="10" pos="6134">
          <p15:clr>
            <a:srgbClr val="5ACBF0"/>
          </p15:clr>
        </p15:guide>
        <p15:guide id="11" pos="1323">
          <p15:clr>
            <a:srgbClr val="5ACBF0"/>
          </p15:clr>
        </p15:guide>
        <p15:guide id="12" pos="2865">
          <p15:clr>
            <a:srgbClr val="5ACBF0"/>
          </p15:clr>
        </p15:guide>
        <p15:guide id="13" pos="4815">
          <p15:clr>
            <a:srgbClr val="5ACBF0"/>
          </p15:clr>
        </p15:guide>
        <p15:guide id="14" pos="6361">
          <p15:clr>
            <a:srgbClr val="5ACBF0"/>
          </p15:clr>
        </p15:guide>
        <p15:guide id="15" orient="horz">
          <p15:clr>
            <a:srgbClr val="5ACBF0"/>
          </p15:clr>
        </p15:guide>
        <p15:guide id="16" pos="1727">
          <p15:clr>
            <a:srgbClr val="5ACBF0"/>
          </p15:clr>
        </p15:guide>
        <p15:guide id="17" pos="2294">
          <p15:clr>
            <a:srgbClr val="5ACBF0"/>
          </p15:clr>
        </p15:guide>
        <p15:guide id="18" pos="3273">
          <p15:clr>
            <a:srgbClr val="5ACBF0"/>
          </p15:clr>
        </p15:guide>
        <p15:guide id="19" pos="4411">
          <p15:clr>
            <a:srgbClr val="5ACBF0"/>
          </p15:clr>
        </p15:guide>
        <p15:guide id="21" pos="6179">
          <p15:clr>
            <a:srgbClr val="5ACBF0"/>
          </p15:clr>
        </p15:guide>
        <p15:guide id="22" pos="1501">
          <p15:clr>
            <a:srgbClr val="5ACBF0"/>
          </p15:clr>
        </p15:guide>
        <p15:guide id="23" pos="1543">
          <p15:clr>
            <a:srgbClr val="5ACBF0"/>
          </p15:clr>
        </p15:guide>
        <p15:guide id="24" pos="3049">
          <p15:clr>
            <a:srgbClr val="5ACBF0"/>
          </p15:clr>
        </p15:guide>
        <p15:guide id="25" pos="3088">
          <p15:clr>
            <a:srgbClr val="5ACBF0"/>
          </p15:clr>
        </p15:guide>
        <p15:guide id="26" pos="5954">
          <p15:clr>
            <a:srgbClr val="5ACBF0"/>
          </p15:clr>
        </p15:guide>
        <p15:guide id="27" pos="3840">
          <p15:clr>
            <a:srgbClr val="5ACBF0"/>
          </p15:clr>
        </p15:guide>
        <p15:guide id="28" pos="5386">
          <p15:clr>
            <a:srgbClr val="5ACBF0"/>
          </p15:clr>
        </p15:guide>
        <p15:guide id="29" pos="753">
          <p15:clr>
            <a:srgbClr val="5ACBF0"/>
          </p15:clr>
        </p15:guide>
        <p15:guide id="30" pos="6927">
          <p15:clr>
            <a:srgbClr val="5ACBF0"/>
          </p15:clr>
        </p15:guide>
      </p15:sldGuideLst>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p:cSld name="Three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588962"/>
            <a:ext cx="11018520" cy="1115568"/>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2037906" y="2286000"/>
            <a:ext cx="2313432" cy="2313432"/>
          </a:xfrm>
          <a:prstGeom prst="ellipse">
            <a:avLst/>
          </a:prstGeom>
          <a:blipFill>
            <a:blip r:embed="rId2"/>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2037906"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4939284" y="2286000"/>
            <a:ext cx="2313432" cy="2313432"/>
          </a:xfrm>
          <a:prstGeom prst="ellipse">
            <a:avLst/>
          </a:prstGeom>
          <a:blipFill>
            <a:blip r:embed="rId3"/>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4939284"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7840663" y="2286000"/>
            <a:ext cx="2313432" cy="2313432"/>
          </a:xfrm>
          <a:prstGeom prst="ellipse">
            <a:avLst/>
          </a:prstGeom>
          <a:blipFill>
            <a:blip r:embed="rId4"/>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7840663"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20" name="TextBox 19">
            <a:extLst>
              <a:ext uri="{FF2B5EF4-FFF2-40B4-BE49-F238E27FC236}">
                <a16:creationId xmlns:a16="http://schemas.microsoft.com/office/drawing/2014/main" id="{0D6AFB7A-35B4-4881-AB50-D112482166B1}"/>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974617677"/>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3024">
          <p15:clr>
            <a:srgbClr val="5ACBF0"/>
          </p15:clr>
        </p15:guide>
        <p15:guide id="3" pos="3840">
          <p15:clr>
            <a:srgbClr val="5ACBF0"/>
          </p15:clr>
        </p15:guide>
        <p15:guide id="4" pos="1283">
          <p15:clr>
            <a:srgbClr val="5ACBF0"/>
          </p15:clr>
        </p15:guide>
        <p15:guide id="5" pos="5666">
          <p15:clr>
            <a:srgbClr val="5ACBF0"/>
          </p15:clr>
        </p15:guide>
        <p15:guide id="6" pos="2741">
          <p15:clr>
            <a:srgbClr val="5ACBF0"/>
          </p15:clr>
        </p15:guide>
        <p15:guide id="7" pos="2012">
          <p15:clr>
            <a:srgbClr val="5ACBF0"/>
          </p15:clr>
        </p15:guide>
        <p15:guide id="8" pos="3109">
          <p15:clr>
            <a:srgbClr val="5ACBF0"/>
          </p15:clr>
        </p15:guide>
        <p15:guide id="9" pos="4570">
          <p15:clr>
            <a:srgbClr val="5ACBF0"/>
          </p15:clr>
        </p15:guide>
        <p15:guide id="11" pos="6397">
          <p15:clr>
            <a:srgbClr val="5ACBF0"/>
          </p15:clr>
        </p15:guide>
        <p15:guide id="12" orient="horz" pos="1440">
          <p15:clr>
            <a:srgbClr val="5ACBF0"/>
          </p15:clr>
        </p15:guide>
        <p15:guide id="13" pos="4938">
          <p15:clr>
            <a:srgbClr val="5ACBF0"/>
          </p15:clr>
        </p15:guide>
        <p15:guide id="14" orient="horz" pos="2894">
          <p15:clr>
            <a:srgbClr val="5ACBF0"/>
          </p15:clr>
        </p15:guide>
      </p15:sldGuideLst>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p:cSld name="Four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583007"/>
            <a:ext cx="11018520" cy="1115568"/>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584200" y="2286000"/>
            <a:ext cx="2313432" cy="2313432"/>
          </a:xfrm>
          <a:prstGeom prst="ellipse">
            <a:avLst/>
          </a:prstGeom>
          <a:blipFill>
            <a:blip r:embed="rId2"/>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584200"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3487250" y="2286000"/>
            <a:ext cx="2313432" cy="2313432"/>
          </a:xfrm>
          <a:prstGeom prst="ellipse">
            <a:avLst/>
          </a:prstGeom>
          <a:blipFill>
            <a:blip r:embed="rId3"/>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3487250"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6390300" y="2286000"/>
            <a:ext cx="2313432" cy="2313432"/>
          </a:xfrm>
          <a:prstGeom prst="ellipse">
            <a:avLst/>
          </a:prstGeom>
          <a:blipFill>
            <a:blip r:embed="rId4"/>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6390300"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F78E1D3B-7D6F-4EFD-9EB2-E1A27309D6AF}"/>
              </a:ext>
            </a:extLst>
          </p:cNvPr>
          <p:cNvSpPr>
            <a:spLocks noGrp="1" noChangeAspect="1"/>
          </p:cNvSpPr>
          <p:nvPr>
            <p:ph type="pic" sz="quarter" idx="21" hasCustomPrompt="1"/>
          </p:nvPr>
        </p:nvSpPr>
        <p:spPr bwMode="ltGray">
          <a:xfrm>
            <a:off x="9293351" y="2286000"/>
            <a:ext cx="2313432" cy="2313432"/>
          </a:xfrm>
          <a:prstGeom prst="ellipse">
            <a:avLst/>
          </a:prstGeom>
          <a:blipFill>
            <a:blip r:embed="rId5"/>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2" name="Text Placeholder 3">
            <a:extLst>
              <a:ext uri="{FF2B5EF4-FFF2-40B4-BE49-F238E27FC236}">
                <a16:creationId xmlns:a16="http://schemas.microsoft.com/office/drawing/2014/main" id="{3BB2FF62-05DC-462E-808C-4DDE1C65392C}"/>
              </a:ext>
            </a:extLst>
          </p:cNvPr>
          <p:cNvSpPr>
            <a:spLocks noGrp="1"/>
          </p:cNvSpPr>
          <p:nvPr>
            <p:ph type="body" sz="quarter" idx="22"/>
          </p:nvPr>
        </p:nvSpPr>
        <p:spPr>
          <a:xfrm>
            <a:off x="9293351"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3" name="TextBox 2">
            <a:extLst>
              <a:ext uri="{FF2B5EF4-FFF2-40B4-BE49-F238E27FC236}">
                <a16:creationId xmlns:a16="http://schemas.microsoft.com/office/drawing/2014/main" id="{67A72D6D-004C-4F57-AD34-F1019A756073}"/>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4193360559"/>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3024">
          <p15:clr>
            <a:srgbClr val="5ACBF0"/>
          </p15:clr>
        </p15:guide>
        <p15:guide id="3" pos="4025">
          <p15:clr>
            <a:srgbClr val="5ACBF0"/>
          </p15:clr>
        </p15:guide>
        <p15:guide id="5" pos="5854">
          <p15:clr>
            <a:srgbClr val="5ACBF0"/>
          </p15:clr>
        </p15:guide>
        <p15:guide id="7" pos="3654">
          <p15:clr>
            <a:srgbClr val="5ACBF0"/>
          </p15:clr>
        </p15:guide>
        <p15:guide id="8" pos="2195">
          <p15:clr>
            <a:srgbClr val="5ACBF0"/>
          </p15:clr>
        </p15:guide>
        <p15:guide id="10" pos="2926">
          <p15:clr>
            <a:srgbClr val="5ACBF0"/>
          </p15:clr>
        </p15:guide>
        <p15:guide id="11" pos="4756">
          <p15:clr>
            <a:srgbClr val="5ACBF0"/>
          </p15:clr>
        </p15:guide>
        <p15:guide id="12" pos="6581">
          <p15:clr>
            <a:srgbClr val="5ACBF0"/>
          </p15:clr>
        </p15:guide>
        <p15:guide id="13" pos="1097">
          <p15:clr>
            <a:srgbClr val="5ACBF0"/>
          </p15:clr>
        </p15:guide>
        <p15:guide id="14" orient="horz" pos="1440">
          <p15:clr>
            <a:srgbClr val="5ACBF0"/>
          </p15:clr>
        </p15:guide>
        <p15:guide id="15" pos="1826">
          <p15:clr>
            <a:srgbClr val="5ACBF0"/>
          </p15:clr>
        </p15:guide>
        <p15:guide id="18" pos="5483">
          <p15:clr>
            <a:srgbClr val="5ACBF0"/>
          </p15:clr>
        </p15:guide>
        <p15:guide id="19" orient="horz" pos="2898">
          <p15:clr>
            <a:srgbClr val="5ACBF0"/>
          </p15:clr>
        </p15:guide>
      </p15:sldGuideLst>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p:cSld name="Five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583007"/>
            <a:ext cx="11018520" cy="1115568"/>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584200" y="2286000"/>
            <a:ext cx="1737360" cy="1737360"/>
          </a:xfrm>
          <a:prstGeom prst="ellipse">
            <a:avLst/>
          </a:prstGeom>
          <a:blipFill>
            <a:blip r:embed="rId2" cstate="print">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584200"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2905506" y="2286000"/>
            <a:ext cx="1737360" cy="1737360"/>
          </a:xfrm>
          <a:prstGeom prst="ellipse">
            <a:avLst/>
          </a:prstGeom>
          <a:blipFill>
            <a:blip r:embed="rId3" cstate="print">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2905506"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5227320" y="2286000"/>
            <a:ext cx="1737360" cy="1737360"/>
          </a:xfrm>
          <a:prstGeom prst="ellipse">
            <a:avLst/>
          </a:prstGeom>
          <a:blipFill>
            <a:blip r:embed="rId4" cstate="print">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5227320" y="4235451"/>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F78E1D3B-7D6F-4EFD-9EB2-E1A27309D6AF}"/>
              </a:ext>
            </a:extLst>
          </p:cNvPr>
          <p:cNvSpPr>
            <a:spLocks noGrp="1" noChangeAspect="1"/>
          </p:cNvSpPr>
          <p:nvPr>
            <p:ph type="pic" sz="quarter" idx="21" hasCustomPrompt="1"/>
          </p:nvPr>
        </p:nvSpPr>
        <p:spPr bwMode="ltGray">
          <a:xfrm>
            <a:off x="7548118" y="2286000"/>
            <a:ext cx="1737360" cy="1737360"/>
          </a:xfrm>
          <a:prstGeom prst="ellipse">
            <a:avLst/>
          </a:prstGeom>
          <a:blipFill>
            <a:blip r:embed="rId5" cstate="print">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insert44</a:t>
            </a:r>
          </a:p>
        </p:txBody>
      </p:sp>
      <p:sp>
        <p:nvSpPr>
          <p:cNvPr id="12" name="Text Placeholder 3">
            <a:extLst>
              <a:ext uri="{FF2B5EF4-FFF2-40B4-BE49-F238E27FC236}">
                <a16:creationId xmlns:a16="http://schemas.microsoft.com/office/drawing/2014/main" id="{3BB2FF62-05DC-462E-808C-4DDE1C65392C}"/>
              </a:ext>
            </a:extLst>
          </p:cNvPr>
          <p:cNvSpPr>
            <a:spLocks noGrp="1"/>
          </p:cNvSpPr>
          <p:nvPr>
            <p:ph type="body" sz="quarter" idx="22"/>
          </p:nvPr>
        </p:nvSpPr>
        <p:spPr>
          <a:xfrm>
            <a:off x="7548118"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E4DC3400-0B11-4EA0-9B8D-6FADE6964F37}"/>
              </a:ext>
            </a:extLst>
          </p:cNvPr>
          <p:cNvSpPr>
            <a:spLocks noGrp="1" noChangeAspect="1"/>
          </p:cNvSpPr>
          <p:nvPr>
            <p:ph type="pic" sz="quarter" idx="23" hasCustomPrompt="1"/>
          </p:nvPr>
        </p:nvSpPr>
        <p:spPr bwMode="ltGray">
          <a:xfrm>
            <a:off x="9869423" y="2286000"/>
            <a:ext cx="1737360" cy="1737360"/>
          </a:xfrm>
          <a:prstGeom prst="ellipse">
            <a:avLst/>
          </a:prstGeom>
          <a:blipFill>
            <a:blip r:embed="rId6" cstate="print">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20" name="Text Placeholder 3">
            <a:extLst>
              <a:ext uri="{FF2B5EF4-FFF2-40B4-BE49-F238E27FC236}">
                <a16:creationId xmlns:a16="http://schemas.microsoft.com/office/drawing/2014/main" id="{133C357E-ECC0-485F-9033-5D4DEC8774BB}"/>
              </a:ext>
            </a:extLst>
          </p:cNvPr>
          <p:cNvSpPr>
            <a:spLocks noGrp="1"/>
          </p:cNvSpPr>
          <p:nvPr>
            <p:ph type="body" sz="quarter" idx="24"/>
          </p:nvPr>
        </p:nvSpPr>
        <p:spPr>
          <a:xfrm>
            <a:off x="9869423"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3" name="TextBox 2">
            <a:extLst>
              <a:ext uri="{FF2B5EF4-FFF2-40B4-BE49-F238E27FC236}">
                <a16:creationId xmlns:a16="http://schemas.microsoft.com/office/drawing/2014/main" id="{67A72D6D-004C-4F57-AD34-F1019A756073}"/>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363131278"/>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2664">
          <p15:clr>
            <a:srgbClr val="5ACBF0"/>
          </p15:clr>
        </p15:guide>
        <p15:guide id="3" pos="6216">
          <p15:clr>
            <a:srgbClr val="5ACBF0"/>
          </p15:clr>
        </p15:guide>
        <p15:guide id="5" pos="5850">
          <p15:clr>
            <a:srgbClr val="5ACBF0"/>
          </p15:clr>
        </p15:guide>
        <p15:guide id="7" pos="4392">
          <p15:clr>
            <a:srgbClr val="5ACBF0"/>
          </p15:clr>
        </p15:guide>
        <p15:guide id="8" pos="3292">
          <p15:clr>
            <a:srgbClr val="5ACBF0"/>
          </p15:clr>
        </p15:guide>
        <p15:guide id="10" pos="2926">
          <p15:clr>
            <a:srgbClr val="5ACBF0"/>
          </p15:clr>
        </p15:guide>
        <p15:guide id="11" pos="4754">
          <p15:clr>
            <a:srgbClr val="5ACBF0"/>
          </p15:clr>
        </p15:guide>
        <p15:guide id="13" pos="1464">
          <p15:clr>
            <a:srgbClr val="5ACBF0"/>
          </p15:clr>
        </p15:guide>
        <p15:guide id="14" orient="horz" pos="1440">
          <p15:clr>
            <a:srgbClr val="5ACBF0"/>
          </p15:clr>
        </p15:guide>
        <p15:guide id="15" pos="1830">
          <p15:clr>
            <a:srgbClr val="5ACBF0"/>
          </p15:clr>
        </p15:guide>
        <p15:guide id="16" orient="horz" pos="2533">
          <p15:clr>
            <a:srgbClr val="5ACBF0"/>
          </p15:clr>
        </p15:guide>
      </p15:sldGuideLst>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p:cSld name="Title and text side by s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5216" y="2309812"/>
            <a:ext cx="3182027" cy="3959225"/>
          </a:xfrm>
        </p:spPr>
        <p:txBody>
          <a:bodyPr anchor="t"/>
          <a:lstStyle>
            <a:lvl1pPr>
              <a:defRPr>
                <a:solidFill>
                  <a:schemeClr val="tx1"/>
                </a:solidFill>
              </a:defRPr>
            </a:lvl1pPr>
          </a:lstStyle>
          <a:p>
            <a:r>
              <a:rPr lang="en-US"/>
              <a:t>Title</a:t>
            </a:r>
          </a:p>
        </p:txBody>
      </p:sp>
      <p:sp>
        <p:nvSpPr>
          <p:cNvPr id="7" name="Text Placeholder 2">
            <a:extLst>
              <a:ext uri="{FF2B5EF4-FFF2-40B4-BE49-F238E27FC236}">
                <a16:creationId xmlns:a16="http://schemas.microsoft.com/office/drawing/2014/main" id="{7E9DBFD9-3E1E-4F19-AF15-56780F9C7927}"/>
              </a:ext>
            </a:extLst>
          </p:cNvPr>
          <p:cNvSpPr>
            <a:spLocks noGrp="1"/>
          </p:cNvSpPr>
          <p:nvPr>
            <p:ph type="body" sz="quarter" idx="11"/>
          </p:nvPr>
        </p:nvSpPr>
        <p:spPr>
          <a:xfrm>
            <a:off x="4356100" y="2309812"/>
            <a:ext cx="7253288" cy="3959223"/>
          </a:xfrm>
        </p:spPr>
        <p:txBody>
          <a:bodyPr anchor="t"/>
          <a:lstStyle>
            <a:lvl1pPr marL="231775" indent="-231775">
              <a:spcAft>
                <a:spcPts val="600"/>
              </a:spcAft>
              <a:buFont typeface="Wingdings" panose="05000000000000000000" pitchFamily="2" charset="2"/>
              <a:buChar char=""/>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a:cxnSpLocks/>
          </p:cNvCxnSpPr>
          <p:nvPr/>
        </p:nvCxnSpPr>
        <p:spPr>
          <a:xfrm>
            <a:off x="585216" y="2019300"/>
            <a:ext cx="3182112" cy="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9D8AF80-CAD5-4055-80AD-0B31EBCB52A9}"/>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cxnSp>
        <p:nvCxnSpPr>
          <p:cNvPr id="8" name="Straight Connector 7">
            <a:extLst>
              <a:ext uri="{FF2B5EF4-FFF2-40B4-BE49-F238E27FC236}">
                <a16:creationId xmlns:a16="http://schemas.microsoft.com/office/drawing/2014/main" id="{DF1A9F7D-F14E-4BCE-9EB4-D9EF47B67809}"/>
              </a:ext>
              <a:ext uri="{C183D7F6-B498-43B3-948B-1728B52AA6E4}">
                <adec:decorative xmlns:adec="http://schemas.microsoft.com/office/drawing/2017/decorative" val="1"/>
              </a:ext>
            </a:extLst>
          </p:cNvPr>
          <p:cNvCxnSpPr>
            <a:cxnSpLocks/>
          </p:cNvCxnSpPr>
          <p:nvPr/>
        </p:nvCxnSpPr>
        <p:spPr>
          <a:xfrm>
            <a:off x="4354523" y="2019300"/>
            <a:ext cx="7254865" cy="0"/>
          </a:xfrm>
          <a:prstGeom prst="line">
            <a:avLst/>
          </a:prstGeom>
          <a:ln w="19050">
            <a:solidFill>
              <a:schemeClr val="tx1">
                <a:alpha val="3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67473033"/>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1272">
          <p15:clr>
            <a:srgbClr val="5ACBF0"/>
          </p15:clr>
        </p15:guide>
        <p15:guide id="30" pos="2376">
          <p15:clr>
            <a:srgbClr val="5ACBF0"/>
          </p15:clr>
        </p15:guide>
        <p15:guide id="32" orient="horz" pos="1455">
          <p15:clr>
            <a:srgbClr val="5ACBF0"/>
          </p15:clr>
        </p15:guide>
      </p15:sldGuideLst>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p:cSld name="Title and text side by sid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8263" y="585788"/>
            <a:ext cx="3182027" cy="5683250"/>
          </a:xfrm>
        </p:spPr>
        <p:txBody>
          <a:bodyPr anchor="ctr"/>
          <a:lstStyle>
            <a:lvl1pPr>
              <a:defRPr/>
            </a:lvl1pPr>
          </a:lstStyle>
          <a:p>
            <a:r>
              <a:rPr lang="en-US"/>
              <a:t>Title</a:t>
            </a:r>
          </a:p>
        </p:txBody>
      </p:sp>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p:nvPr>
        </p:nvSpPr>
        <p:spPr>
          <a:xfrm>
            <a:off x="4941888" y="585788"/>
            <a:ext cx="6667500" cy="5683249"/>
          </a:xfrm>
        </p:spPr>
        <p:txBody>
          <a:bodyPr anchor="ctr"/>
          <a:lstStyle>
            <a:lvl1pPr marL="231775" indent="-231775">
              <a:spcAft>
                <a:spcPts val="600"/>
              </a:spcAft>
              <a:buFont typeface="Wingdings" panose="05000000000000000000" pitchFamily="2" charset="2"/>
              <a:buChar char=""/>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p:nvPr/>
        </p:nvCxnSpPr>
        <p:spPr>
          <a:xfrm>
            <a:off x="4356100" y="2578100"/>
            <a:ext cx="0" cy="170180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A1DC2181-37AB-40A3-B61C-1DE7DBB57D63}"/>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662311423"/>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p:cSld name="Developer Code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636FE-845C-418D-82A1-1DA6DB73D781}"/>
              </a:ext>
            </a:extLst>
          </p:cNvPr>
          <p:cNvSpPr>
            <a:spLocks noGrp="1"/>
          </p:cNvSpPr>
          <p:nvPr>
            <p:ph type="title"/>
          </p:nvPr>
        </p:nvSpPr>
        <p:spPr/>
        <p:txBody>
          <a:bodyPr anchor="ctr"/>
          <a:lstStyle/>
          <a:p>
            <a:r>
              <a:rPr lang="en-US"/>
              <a:t>Click to edit Master title style</a:t>
            </a:r>
          </a:p>
        </p:txBody>
      </p:sp>
      <p:sp>
        <p:nvSpPr>
          <p:cNvPr id="6" name="Rectangle 5">
            <a:extLst>
              <a:ext uri="{FF2B5EF4-FFF2-40B4-BE49-F238E27FC236}">
                <a16:creationId xmlns:a16="http://schemas.microsoft.com/office/drawing/2014/main" id="{182D46E0-16CE-40B0-8623-F82D5D410958}"/>
              </a:ext>
              <a:ext uri="{C183D7F6-B498-43B3-948B-1728B52AA6E4}">
                <adec:decorative xmlns:adec="http://schemas.microsoft.com/office/drawing/2017/decorative" val="1"/>
              </a:ext>
            </a:extLst>
          </p:cNvPr>
          <p:cNvSpPr/>
          <p:nvPr/>
        </p:nvSpPr>
        <p:spPr bwMode="auto">
          <a:xfrm>
            <a:off x="0" y="1436688"/>
            <a:ext cx="12192000" cy="542131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8" name="Text Placeholder 14">
            <a:extLst>
              <a:ext uri="{FF2B5EF4-FFF2-40B4-BE49-F238E27FC236}">
                <a16:creationId xmlns:a16="http://schemas.microsoft.com/office/drawing/2014/main" id="{44977AB6-1D7E-4858-A2EA-BF86577C3990}"/>
              </a:ext>
            </a:extLst>
          </p:cNvPr>
          <p:cNvSpPr>
            <a:spLocks noGrp="1"/>
          </p:cNvSpPr>
          <p:nvPr>
            <p:ph type="body" sz="quarter" idx="13" hasCustomPrompt="1"/>
          </p:nvPr>
        </p:nvSpPr>
        <p:spPr>
          <a:xfrm>
            <a:off x="0" y="1436688"/>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5" name="Text Placeholder 4" descr="This layout should only be used for developer code. The font used is a monospace font which is ideal for showing code.">
            <a:extLst>
              <a:ext uri="{FF2B5EF4-FFF2-40B4-BE49-F238E27FC236}">
                <a16:creationId xmlns:a16="http://schemas.microsoft.com/office/drawing/2014/main" id="{BA9F61CF-FF79-485A-A6C8-A1952EFD58AE}"/>
              </a:ext>
            </a:extLst>
          </p:cNvPr>
          <p:cNvSpPr>
            <a:spLocks noGrp="1"/>
          </p:cNvSpPr>
          <p:nvPr>
            <p:ph type="body" sz="quarter" idx="10"/>
          </p:nvPr>
        </p:nvSpPr>
        <p:spPr>
          <a:xfrm>
            <a:off x="588263" y="2099310"/>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553" indent="0">
              <a:buNone/>
              <a:tabLst>
                <a:tab pos="344488" algn="l"/>
              </a:tabLst>
              <a:defRPr sz="2400">
                <a:solidFill>
                  <a:schemeClr val="tx1"/>
                </a:solidFill>
                <a:latin typeface="Consolas" panose="020B0609020204030204" pitchFamily="49" charset="0"/>
                <a:cs typeface="Consolas" panose="020B0609020204030204" pitchFamily="49" charset="0"/>
              </a:defRPr>
            </a:lvl2pPr>
            <a:lvl3pPr marL="584607" indent="0">
              <a:buNone/>
              <a:tabLst>
                <a:tab pos="569913" algn="l"/>
              </a:tabLst>
              <a:defRPr sz="2400">
                <a:solidFill>
                  <a:schemeClr val="tx1"/>
                </a:solidFill>
                <a:latin typeface="Consolas" panose="020B0609020204030204" pitchFamily="49" charset="0"/>
                <a:cs typeface="Consolas" panose="020B0609020204030204" pitchFamily="49" charset="0"/>
              </a:defRPr>
            </a:lvl3pPr>
            <a:lvl4pPr marL="814563" indent="0">
              <a:buNone/>
              <a:tabLst>
                <a:tab pos="800100" algn="l"/>
              </a:tabLst>
              <a:defRPr sz="2400">
                <a:solidFill>
                  <a:schemeClr val="tx1"/>
                </a:solidFill>
                <a:latin typeface="Consolas" panose="020B0609020204030204" pitchFamily="49" charset="0"/>
                <a:cs typeface="Consolas" panose="020B0609020204030204" pitchFamily="49" charset="0"/>
              </a:defRPr>
            </a:lvl4pPr>
            <a:lvl5pPr marL="1050997" indent="0">
              <a:buNone/>
              <a:tabLst>
                <a:tab pos="1028700" algn="l"/>
              </a:tabLst>
              <a:defRPr sz="2400">
                <a:solidFill>
                  <a:schemeClr val="tx1"/>
                </a:solidFill>
                <a:latin typeface="Consolas" panose="020B0609020204030204" pitchFamily="49" charset="0"/>
                <a:cs typeface="Consolas" panose="020B0609020204030204" pitchFamily="49" charset="0"/>
              </a:defRPr>
            </a:lvl5pPr>
          </a:lstStyle>
          <a:p>
            <a:pPr lvl="0"/>
            <a:r>
              <a:rPr lang="en-US"/>
              <a:t>Click to edit Master text styles</a:t>
            </a:r>
          </a:p>
        </p:txBody>
      </p:sp>
    </p:spTree>
    <p:extLst>
      <p:ext uri="{BB962C8B-B14F-4D97-AF65-F5344CB8AC3E}">
        <p14:creationId xmlns:p14="http://schemas.microsoft.com/office/powerpoint/2010/main" val="576101998"/>
      </p:ext>
    </p:extLst>
  </p:cSld>
  <p:clrMapOvr>
    <a:masterClrMapping/>
  </p:clrMapOvr>
  <p:transition>
    <p:fade/>
  </p:transition>
  <p:extLst>
    <p:ext uri="{DCECCB84-F9BA-43D5-87BE-67443E8EF086}">
      <p15:sldGuideLst xmlns:p15="http://schemas.microsoft.com/office/powerpoint/2012/main">
        <p15:guide id="1" orient="horz" pos="1322">
          <p15:clr>
            <a:srgbClr val="5ACBF0"/>
          </p15:clr>
        </p15:guide>
        <p15:guide id="2" orient="horz" pos="905">
          <p15:clr>
            <a:srgbClr val="5ACBF0"/>
          </p15:clr>
        </p15:guide>
        <p15:guide id="3" orient="horz" pos="288">
          <p15:clr>
            <a:srgbClr val="5ACBF0"/>
          </p15:clr>
        </p15:guide>
      </p15:sldGuideLst>
    </p:ext>
  </p:extLs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p:cSld name="Code Bottom">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1845FFD-6B9A-4013-932A-5E4D7E849D10}"/>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19" name="Text Placeholder 3">
            <a:extLst>
              <a:ext uri="{FF2B5EF4-FFF2-40B4-BE49-F238E27FC236}">
                <a16:creationId xmlns:a16="http://schemas.microsoft.com/office/drawing/2014/main" id="{7B17F8BB-3610-1A4F-9E76-B12E706A5517}"/>
              </a:ext>
            </a:extLst>
          </p:cNvPr>
          <p:cNvSpPr>
            <a:spLocks noGrp="1"/>
          </p:cNvSpPr>
          <p:nvPr>
            <p:ph type="body" sz="quarter" idx="10" hasCustomPrompt="1"/>
          </p:nvPr>
        </p:nvSpPr>
        <p:spPr>
          <a:xfrm>
            <a:off x="586390" y="1230681"/>
            <a:ext cx="11018520" cy="369332"/>
          </a:xfrm>
        </p:spPr>
        <p:txBody>
          <a:bodyPr wrap="square">
            <a:spAutoFit/>
          </a:bodyPr>
          <a:lstStyle>
            <a:lvl1pPr marL="0" indent="0">
              <a:spcBef>
                <a:spcPts val="600"/>
              </a:spcBef>
              <a:spcAft>
                <a:spcPts val="0"/>
              </a:spcAft>
              <a:buNone/>
              <a:defRPr sz="2400">
                <a:solidFill>
                  <a:schemeClr val="tx1"/>
                </a:solidFill>
                <a:latin typeface="+mn-lt"/>
                <a:cs typeface="Segoe UI" panose="020B0502040204020203" pitchFamily="34" charset="0"/>
              </a:defRPr>
            </a:lvl1pPr>
            <a:lvl2pPr marL="228531" indent="0">
              <a:buNone/>
              <a:defRPr sz="240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
        <p:nvSpPr>
          <p:cNvPr id="5" name="Rectangle 4">
            <a:extLst>
              <a:ext uri="{FF2B5EF4-FFF2-40B4-BE49-F238E27FC236}">
                <a16:creationId xmlns:a16="http://schemas.microsoft.com/office/drawing/2014/main" id="{F1EBE70E-6A93-4EB4-A189-6F9DE42CEE12}"/>
              </a:ext>
              <a:ext uri="{C183D7F6-B498-43B3-948B-1728B52AA6E4}">
                <adec:decorative xmlns:adec="http://schemas.microsoft.com/office/drawing/2017/decorative" val="1"/>
              </a:ext>
            </a:extLst>
          </p:cNvPr>
          <p:cNvSpPr/>
          <p:nvPr/>
        </p:nvSpPr>
        <p:spPr bwMode="auto">
          <a:xfrm>
            <a:off x="0" y="2827138"/>
            <a:ext cx="12192000" cy="403086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17" name="Text Placeholder 14">
            <a:extLst>
              <a:ext uri="{FF2B5EF4-FFF2-40B4-BE49-F238E27FC236}">
                <a16:creationId xmlns:a16="http://schemas.microsoft.com/office/drawing/2014/main" id="{0E9A2E28-037B-FA4D-ADDC-1AFA11D65CB2}"/>
              </a:ext>
            </a:extLst>
          </p:cNvPr>
          <p:cNvSpPr>
            <a:spLocks noGrp="1"/>
          </p:cNvSpPr>
          <p:nvPr>
            <p:ph type="body" sz="quarter" idx="13" hasCustomPrompt="1"/>
          </p:nvPr>
        </p:nvSpPr>
        <p:spPr>
          <a:xfrm>
            <a:off x="0" y="2827138"/>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6389" y="3491219"/>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3769482695"/>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4" orient="horz" pos="1776">
          <p15:clr>
            <a:srgbClr val="5ACBF0"/>
          </p15:clr>
        </p15:guide>
        <p15:guide id="5" orient="horz" pos="2197">
          <p15:clr>
            <a:srgbClr val="5ACBF0"/>
          </p15:clr>
        </p15:guide>
        <p15:guide id="6" orient="horz" pos="773">
          <p15:clr>
            <a:srgbClr val="5ACBF0"/>
          </p15:clr>
        </p15:guide>
      </p15:sldGuideLst>
    </p:ext>
  </p:extLst>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p:cSld name="Code Top">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1EBE70E-6A93-4EB4-A189-6F9DE42CEE12}"/>
              </a:ext>
              <a:ext uri="{C183D7F6-B498-43B3-948B-1728B52AA6E4}">
                <adec:decorative xmlns:adec="http://schemas.microsoft.com/office/drawing/2017/decorative" val="1"/>
              </a:ext>
            </a:extLst>
          </p:cNvPr>
          <p:cNvSpPr/>
          <p:nvPr/>
        </p:nvSpPr>
        <p:spPr bwMode="auto">
          <a:xfrm>
            <a:off x="0" y="0"/>
            <a:ext cx="12192000" cy="403086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3" name="Title 2">
            <a:extLst>
              <a:ext uri="{FF2B5EF4-FFF2-40B4-BE49-F238E27FC236}">
                <a16:creationId xmlns:a16="http://schemas.microsoft.com/office/drawing/2014/main" id="{71845FFD-6B9A-4013-932A-5E4D7E849D10}"/>
              </a:ext>
            </a:extLst>
          </p:cNvPr>
          <p:cNvSpPr>
            <a:spLocks noGrp="1"/>
          </p:cNvSpPr>
          <p:nvPr>
            <p:ph type="title"/>
          </p:nvPr>
        </p:nvSpPr>
        <p:spPr>
          <a:xfrm>
            <a:off x="588263" y="4224580"/>
            <a:ext cx="11018520" cy="492443"/>
          </a:xfrm>
        </p:spPr>
        <p:txBody>
          <a:bodyPr/>
          <a:lstStyle>
            <a:lvl1pPr>
              <a:defRPr sz="3200">
                <a:solidFill>
                  <a:schemeClr val="tx1"/>
                </a:solidFill>
              </a:defRPr>
            </a:lvl1pPr>
          </a:lstStyle>
          <a:p>
            <a:r>
              <a:rPr lang="en-US"/>
              <a:t>Click to edit Master title style</a:t>
            </a:r>
          </a:p>
        </p:txBody>
      </p:sp>
      <p:sp>
        <p:nvSpPr>
          <p:cNvPr id="17" name="Text Placeholder 14">
            <a:extLst>
              <a:ext uri="{FF2B5EF4-FFF2-40B4-BE49-F238E27FC236}">
                <a16:creationId xmlns:a16="http://schemas.microsoft.com/office/drawing/2014/main" id="{0E9A2E28-037B-FA4D-ADDC-1AFA11D65CB2}"/>
              </a:ext>
            </a:extLst>
          </p:cNvPr>
          <p:cNvSpPr>
            <a:spLocks noGrp="1"/>
          </p:cNvSpPr>
          <p:nvPr>
            <p:ph type="body" sz="quarter" idx="13" hasCustomPrompt="1"/>
          </p:nvPr>
        </p:nvSpPr>
        <p:spPr>
          <a:xfrm>
            <a:off x="0" y="0"/>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6389" y="660508"/>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
        <p:nvSpPr>
          <p:cNvPr id="19" name="Text Placeholder 3">
            <a:extLst>
              <a:ext uri="{FF2B5EF4-FFF2-40B4-BE49-F238E27FC236}">
                <a16:creationId xmlns:a16="http://schemas.microsoft.com/office/drawing/2014/main" id="{7B17F8BB-3610-1A4F-9E76-B12E706A5517}"/>
              </a:ext>
            </a:extLst>
          </p:cNvPr>
          <p:cNvSpPr>
            <a:spLocks noGrp="1"/>
          </p:cNvSpPr>
          <p:nvPr>
            <p:ph type="body" sz="quarter" idx="10" hasCustomPrompt="1"/>
          </p:nvPr>
        </p:nvSpPr>
        <p:spPr>
          <a:xfrm>
            <a:off x="591152" y="4996505"/>
            <a:ext cx="11018520" cy="369332"/>
          </a:xfrm>
        </p:spPr>
        <p:txBody>
          <a:bodyPr wrap="square">
            <a:spAutoFit/>
          </a:bodyPr>
          <a:lstStyle>
            <a:lvl1pPr marL="0" indent="0">
              <a:spcBef>
                <a:spcPts val="600"/>
              </a:spcBef>
              <a:spcAft>
                <a:spcPts val="0"/>
              </a:spcAft>
              <a:buNone/>
              <a:defRPr sz="2400">
                <a:solidFill>
                  <a:schemeClr val="tx1"/>
                </a:solidFill>
                <a:latin typeface="+mn-lt"/>
                <a:cs typeface="Segoe UI" panose="020B0502040204020203" pitchFamily="34" charset="0"/>
              </a:defRPr>
            </a:lvl1pPr>
            <a:lvl2pPr marL="228531" indent="0">
              <a:buNone/>
              <a:defRPr sz="240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Tree>
    <p:extLst>
      <p:ext uri="{BB962C8B-B14F-4D97-AF65-F5344CB8AC3E}">
        <p14:creationId xmlns:p14="http://schemas.microsoft.com/office/powerpoint/2010/main" val="3154804997"/>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4" orient="horz" pos="2661">
          <p15:clr>
            <a:srgbClr val="5ACBF0"/>
          </p15:clr>
        </p15:guide>
        <p15:guide id="5" orient="horz" pos="3147">
          <p15:clr>
            <a:srgbClr val="5ACBF0"/>
          </p15:clr>
        </p15:guide>
        <p15:guide id="6" orient="horz" pos="419">
          <p15:clr>
            <a:srgbClr val="5ACBF0"/>
          </p15:clr>
        </p15:guide>
      </p15:sldGuideLst>
    </p:ext>
  </p:extLs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p:cSld name="Code Right s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82BB27-7DA5-4478-8C18-C1FFEE20AAC1}"/>
              </a:ext>
            </a:extLst>
          </p:cNvPr>
          <p:cNvSpPr>
            <a:spLocks noGrp="1"/>
          </p:cNvSpPr>
          <p:nvPr>
            <p:ph type="title" hasCustomPrompt="1"/>
          </p:nvPr>
        </p:nvSpPr>
        <p:spPr>
          <a:xfrm>
            <a:off x="588263" y="457200"/>
            <a:ext cx="4040887" cy="492443"/>
          </a:xfrm>
        </p:spPr>
        <p:txBody>
          <a:bodyPr/>
          <a:lstStyle>
            <a:lvl1pPr>
              <a:defRPr sz="3200">
                <a:solidFill>
                  <a:schemeClr val="tx1"/>
                </a:solidFill>
              </a:defRPr>
            </a:lvl1pPr>
          </a:lstStyle>
          <a:p>
            <a:r>
              <a:rPr lang="en-US"/>
              <a:t>Click to edit title</a:t>
            </a:r>
          </a:p>
        </p:txBody>
      </p:sp>
      <p:sp>
        <p:nvSpPr>
          <p:cNvPr id="12" name="Text Placeholder 3">
            <a:extLst>
              <a:ext uri="{FF2B5EF4-FFF2-40B4-BE49-F238E27FC236}">
                <a16:creationId xmlns:a16="http://schemas.microsoft.com/office/drawing/2014/main" id="{2BB818A5-4223-0847-B6E2-655C7DC7B6B4}"/>
              </a:ext>
            </a:extLst>
          </p:cNvPr>
          <p:cNvSpPr>
            <a:spLocks noGrp="1"/>
          </p:cNvSpPr>
          <p:nvPr>
            <p:ph type="body" sz="quarter" idx="10" hasCustomPrompt="1"/>
          </p:nvPr>
        </p:nvSpPr>
        <p:spPr>
          <a:xfrm>
            <a:off x="588965" y="1338139"/>
            <a:ext cx="4040185" cy="369332"/>
          </a:xfrm>
        </p:spPr>
        <p:txBody>
          <a:bodyPr wrap="square">
            <a:spAutoFit/>
          </a:bodyPr>
          <a:lstStyle>
            <a:lvl1pPr marL="0" indent="0">
              <a:lnSpc>
                <a:spcPct val="100000"/>
              </a:lnSpc>
              <a:spcBef>
                <a:spcPts val="600"/>
              </a:spcBef>
              <a:spcAft>
                <a:spcPts val="0"/>
              </a:spcAft>
              <a:buNone/>
              <a:defRPr sz="2400" b="0" i="0" baseline="0">
                <a:solidFill>
                  <a:schemeClr val="tx1"/>
                </a:solidFill>
                <a:latin typeface="Segoe UI" panose="020B0502040204020203" pitchFamily="34" charset="0"/>
                <a:cs typeface="Segoe UI" panose="020B0502040204020203" pitchFamily="34" charset="0"/>
              </a:defRPr>
            </a:lvl1pPr>
            <a:lvl2pPr marL="0" indent="0">
              <a:lnSpc>
                <a:spcPct val="100000"/>
              </a:lnSpc>
              <a:spcBef>
                <a:spcPts val="60"/>
              </a:spcBef>
              <a:spcAft>
                <a:spcPts val="60"/>
              </a:spcAft>
              <a:buNone/>
              <a:defRPr sz="2400" b="0" i="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p:nvSpPr>
        <p:spPr bwMode="auto">
          <a:xfrm>
            <a:off x="5205984"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19" name="Text Placeholder 14">
            <a:extLst>
              <a:ext uri="{FF2B5EF4-FFF2-40B4-BE49-F238E27FC236}">
                <a16:creationId xmlns:a16="http://schemas.microsoft.com/office/drawing/2014/main" id="{0D599919-A8E3-4D2B-86CF-50C6704F17D5}"/>
              </a:ext>
            </a:extLst>
          </p:cNvPr>
          <p:cNvSpPr>
            <a:spLocks noGrp="1"/>
          </p:cNvSpPr>
          <p:nvPr>
            <p:ph type="body" sz="quarter" idx="13" hasCustomPrompt="1"/>
          </p:nvPr>
        </p:nvSpPr>
        <p:spPr>
          <a:xfrm>
            <a:off x="5211763" y="0"/>
            <a:ext cx="3788358" cy="492314"/>
          </a:xfrm>
          <a:gradFill flip="none" rotWithShape="1">
            <a:gsLst>
              <a:gs pos="0">
                <a:srgbClr val="000000"/>
              </a:gs>
              <a:gs pos="99000">
                <a:srgbClr val="000000"/>
              </a:gs>
              <a:gs pos="99000">
                <a:schemeClr val="accent1"/>
              </a:gs>
            </a:gsLst>
            <a:lin ang="10800000" scaled="1"/>
            <a:tileRect/>
          </a:gradFill>
        </p:spPr>
        <p:txBody>
          <a:bodyPr lIns="585216" tIns="91440" bIns="9144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00725" y="709187"/>
            <a:ext cx="5801961" cy="369332"/>
          </a:xfrm>
        </p:spPr>
        <p:txBody>
          <a:bodyPr/>
          <a:lstStyle>
            <a:lvl1pPr marL="0" indent="0">
              <a:buNone/>
              <a:tabLst/>
              <a:defRPr sz="2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2843266246"/>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445">
          <p15:clr>
            <a:srgbClr val="5ACBF0"/>
          </p15:clr>
        </p15:guide>
        <p15:guide id="4" orient="horz" pos="843">
          <p15:clr>
            <a:srgbClr val="5ACBF0"/>
          </p15:clr>
        </p15:guide>
        <p15:guide id="7" pos="3283">
          <p15:clr>
            <a:srgbClr val="5ACBF0"/>
          </p15:clr>
        </p15:guide>
        <p15:guide id="8" pos="3654">
          <p15:clr>
            <a:srgbClr val="5ACBF0"/>
          </p15:clr>
        </p15:guide>
        <p15:guide id="9" pos="2916">
          <p15:clr>
            <a:srgbClr val="5ACBF0"/>
          </p15:clr>
        </p15:guide>
      </p15:sldGuideLst>
    </p:ext>
  </p:extLst>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p:cSld name="Code Left sd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p:nvSpPr>
        <p:spPr bwMode="auto">
          <a:xfrm>
            <a:off x="-2"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6BB14A7D-C409-4A7C-9D82-A2E5DBB8AB72}"/>
              </a:ext>
            </a:extLst>
          </p:cNvPr>
          <p:cNvSpPr>
            <a:spLocks noGrp="1"/>
          </p:cNvSpPr>
          <p:nvPr>
            <p:ph type="title" hasCustomPrompt="1"/>
          </p:nvPr>
        </p:nvSpPr>
        <p:spPr>
          <a:xfrm>
            <a:off x="7575549" y="457200"/>
            <a:ext cx="4031233" cy="492443"/>
          </a:xfrm>
        </p:spPr>
        <p:txBody>
          <a:bodyPr/>
          <a:lstStyle>
            <a:lvl1pPr>
              <a:defRPr sz="3200">
                <a:solidFill>
                  <a:schemeClr val="tx1"/>
                </a:solidFill>
              </a:defRPr>
            </a:lvl1pPr>
          </a:lstStyle>
          <a:p>
            <a:r>
              <a:rPr lang="en-US"/>
              <a:t>Click to edit title</a:t>
            </a:r>
          </a:p>
        </p:txBody>
      </p:sp>
      <p:sp>
        <p:nvSpPr>
          <p:cNvPr id="19" name="Text Placeholder 14">
            <a:extLst>
              <a:ext uri="{FF2B5EF4-FFF2-40B4-BE49-F238E27FC236}">
                <a16:creationId xmlns:a16="http://schemas.microsoft.com/office/drawing/2014/main" id="{0D599919-A8E3-4D2B-86CF-50C6704F17D5}"/>
              </a:ext>
            </a:extLst>
          </p:cNvPr>
          <p:cNvSpPr>
            <a:spLocks noGrp="1"/>
          </p:cNvSpPr>
          <p:nvPr>
            <p:ph type="body" sz="quarter" idx="13" hasCustomPrompt="1"/>
          </p:nvPr>
        </p:nvSpPr>
        <p:spPr>
          <a:xfrm>
            <a:off x="-1" y="0"/>
            <a:ext cx="3788358" cy="492314"/>
          </a:xfrm>
          <a:gradFill flip="none" rotWithShape="1">
            <a:gsLst>
              <a:gs pos="0">
                <a:srgbClr val="000000"/>
              </a:gs>
              <a:gs pos="99000">
                <a:srgbClr val="000000"/>
              </a:gs>
              <a:gs pos="99000">
                <a:schemeClr val="accent1"/>
              </a:gs>
            </a:gsLst>
            <a:lin ang="10800000" scaled="1"/>
            <a:tileRect/>
          </a:gradFill>
        </p:spPr>
        <p:txBody>
          <a:bodyPr lIns="585216" tIns="91440" bIns="9144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4199" y="706011"/>
            <a:ext cx="5819775" cy="369332"/>
          </a:xfrm>
        </p:spPr>
        <p:txBody>
          <a:bodyPr/>
          <a:lstStyle>
            <a:lvl1pPr marL="0" indent="0">
              <a:buNone/>
              <a:defRPr sz="2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
        <p:nvSpPr>
          <p:cNvPr id="12" name="Text Placeholder 3">
            <a:extLst>
              <a:ext uri="{FF2B5EF4-FFF2-40B4-BE49-F238E27FC236}">
                <a16:creationId xmlns:a16="http://schemas.microsoft.com/office/drawing/2014/main" id="{2BB818A5-4223-0847-B6E2-655C7DC7B6B4}"/>
              </a:ext>
            </a:extLst>
          </p:cNvPr>
          <p:cNvSpPr>
            <a:spLocks noGrp="1"/>
          </p:cNvSpPr>
          <p:nvPr>
            <p:ph type="body" sz="quarter" idx="10" hasCustomPrompt="1"/>
          </p:nvPr>
        </p:nvSpPr>
        <p:spPr>
          <a:xfrm>
            <a:off x="7575550" y="1336675"/>
            <a:ext cx="4033838" cy="369332"/>
          </a:xfrm>
        </p:spPr>
        <p:txBody>
          <a:bodyPr wrap="square">
            <a:spAutoFit/>
          </a:bodyPr>
          <a:lstStyle>
            <a:lvl1pPr marL="0" indent="0">
              <a:lnSpc>
                <a:spcPct val="100000"/>
              </a:lnSpc>
              <a:spcBef>
                <a:spcPts val="600"/>
              </a:spcBef>
              <a:spcAft>
                <a:spcPts val="0"/>
              </a:spcAft>
              <a:buNone/>
              <a:defRPr sz="2400" b="0" i="0" baseline="0">
                <a:solidFill>
                  <a:schemeClr val="tx1"/>
                </a:solidFill>
                <a:latin typeface="Segoe UI" panose="020B0502040204020203" pitchFamily="34" charset="0"/>
                <a:cs typeface="Segoe UI" panose="020B0502040204020203" pitchFamily="34" charset="0"/>
              </a:defRPr>
            </a:lvl1pPr>
            <a:lvl2pPr marL="0" indent="0">
              <a:lnSpc>
                <a:spcPct val="100000"/>
              </a:lnSpc>
              <a:spcBef>
                <a:spcPts val="60"/>
              </a:spcBef>
              <a:spcAft>
                <a:spcPts val="60"/>
              </a:spcAft>
              <a:buNone/>
              <a:defRPr sz="2400" b="0" i="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Tree>
    <p:extLst>
      <p:ext uri="{BB962C8B-B14F-4D97-AF65-F5344CB8AC3E}">
        <p14:creationId xmlns:p14="http://schemas.microsoft.com/office/powerpoint/2010/main" val="781401084"/>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436">
          <p15:clr>
            <a:srgbClr val="5ACBF0"/>
          </p15:clr>
        </p15:guide>
        <p15:guide id="4" orient="horz" pos="839">
          <p15:clr>
            <a:srgbClr val="5ACBF0"/>
          </p15:clr>
        </p15:guide>
        <p15:guide id="6" pos="4402">
          <p15:clr>
            <a:srgbClr val="5ACBF0"/>
          </p15:clr>
        </p15:guide>
        <p15:guide id="7" pos="4034">
          <p15:clr>
            <a:srgbClr val="5ACBF0"/>
          </p15:clr>
        </p15:guide>
        <p15:guide id="8" pos="4772">
          <p15:clr>
            <a:srgbClr val="5ACBF0"/>
          </p15:clr>
        </p15:guide>
      </p15:sldGuideLst>
    </p:ext>
  </p:extLst>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p:cSld name="Demo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2977823"/>
            <a:ext cx="6400800" cy="553998"/>
          </a:xfrm>
          <a:noFill/>
        </p:spPr>
        <p:txBody>
          <a:bodyPr lIns="0" tIns="0" rIns="0" bIns="0" anchor="b" anchorCtr="0">
            <a:spAutoFit/>
          </a:bodyPr>
          <a:lstStyle>
            <a:lvl1pPr algn="l" defTabSz="932742" rtl="0" eaLnBrk="1" latinLnBrk="0" hangingPunct="1">
              <a:lnSpc>
                <a:spcPct val="90000"/>
              </a:lnSpc>
              <a:spcBef>
                <a:spcPct val="0"/>
              </a:spcBef>
              <a:buNone/>
              <a:defRPr lang="en-US" sz="4000" b="0" kern="1200" cap="none" spc="-50" baseline="0" dirty="0">
                <a:ln w="3175">
                  <a:noFill/>
                </a:ln>
                <a:solidFill>
                  <a:schemeClr val="tx1"/>
                </a:solidFill>
                <a:effectLst/>
                <a:latin typeface="Segoe Sans Display Semibold" pitchFamily="2" charset="0"/>
                <a:ea typeface="+mn-ea"/>
                <a:cs typeface="Segoe Sans Display Semibold" pitchFamily="2" charset="0"/>
              </a:defRPr>
            </a:lvl1pPr>
          </a:lstStyle>
          <a:p>
            <a:pPr marL="0" marR="0" lvl="0" indent="0" algn="l" defTabSz="932742" rtl="0" eaLnBrk="1" fontAlgn="auto" latinLnBrk="0" hangingPunct="1">
              <a:lnSpc>
                <a:spcPct val="90000"/>
              </a:lnSpc>
              <a:spcBef>
                <a:spcPct val="0"/>
              </a:spcBef>
              <a:spcAft>
                <a:spcPts val="0"/>
              </a:spcAft>
              <a:buClrTx/>
              <a:buSzPct val="90000"/>
              <a:buFont typeface="Wingdings" panose="05000000000000000000" pitchFamily="2" charset="2"/>
              <a:buNone/>
              <a:tabLst/>
            </a:pPr>
            <a:r>
              <a:rPr lang="en-US" dirty="0"/>
              <a:t>Demo title</a:t>
            </a:r>
          </a:p>
        </p:txBody>
      </p:sp>
      <p:sp>
        <p:nvSpPr>
          <p:cNvPr id="5" name="Text Placeholder 4"/>
          <p:cNvSpPr>
            <a:spLocks noGrp="1"/>
          </p:cNvSpPr>
          <p:nvPr>
            <p:ph type="body" sz="quarter" idx="12" hasCustomPrompt="1"/>
          </p:nvPr>
        </p:nvSpPr>
        <p:spPr>
          <a:xfrm>
            <a:off x="585216" y="3977319"/>
            <a:ext cx="6400800" cy="246221"/>
          </a:xfrm>
          <a:noFill/>
        </p:spPr>
        <p:txBody>
          <a:bodyPr lIns="0" tIns="0" rIns="0" bIns="0">
            <a:spAutoFit/>
          </a:bodyPr>
          <a:lstStyle>
            <a:lvl1pPr marL="0" indent="0">
              <a:spcBef>
                <a:spcPts val="0"/>
              </a:spcBef>
              <a:spcAft>
                <a:spcPts val="0"/>
              </a:spcAft>
              <a:buFont typeface="Arial" panose="020B0604020202020204" pitchFamily="34" charset="0"/>
              <a:buNone/>
              <a:defRPr sz="1600" spc="0" baseline="0">
                <a:solidFill>
                  <a:schemeClr val="tx1"/>
                </a:solidFill>
                <a:latin typeface="+mn-lt"/>
              </a:defRPr>
            </a:lvl1pPr>
          </a:lstStyle>
          <a:p>
            <a:pPr lvl="0"/>
            <a:r>
              <a:rPr lang="en-US"/>
              <a:t>Speaker name</a:t>
            </a:r>
          </a:p>
        </p:txBody>
      </p:sp>
      <p:pic>
        <p:nvPicPr>
          <p:cNvPr id="4" name="Picture 3">
            <a:extLst>
              <a:ext uri="{FF2B5EF4-FFF2-40B4-BE49-F238E27FC236}">
                <a16:creationId xmlns:a16="http://schemas.microsoft.com/office/drawing/2014/main" id="{B7F1AE2D-0727-6228-C84F-7ADA770D4ACE}"/>
              </a:ext>
            </a:extLst>
          </p:cNvPr>
          <p:cNvPicPr>
            <a:picLocks noChangeAspect="1"/>
          </p:cNvPicPr>
          <p:nvPr userDrawn="1"/>
        </p:nvPicPr>
        <p:blipFill>
          <a:blip r:embed="rId3"/>
          <a:stretch>
            <a:fillRect/>
          </a:stretch>
        </p:blipFill>
        <p:spPr>
          <a:xfrm>
            <a:off x="439120" y="178230"/>
            <a:ext cx="1366950" cy="813661"/>
          </a:xfrm>
          <a:prstGeom prst="rect">
            <a:avLst/>
          </a:prstGeom>
        </p:spPr>
      </p:pic>
    </p:spTree>
    <p:extLst>
      <p:ext uri="{BB962C8B-B14F-4D97-AF65-F5344CB8AC3E}">
        <p14:creationId xmlns:p14="http://schemas.microsoft.com/office/powerpoint/2010/main" val="185966767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p:cSld name="Demo slide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2977823"/>
            <a:ext cx="9144000" cy="553998"/>
          </a:xfrm>
          <a:noFill/>
        </p:spPr>
        <p:txBody>
          <a:bodyPr lIns="0" tIns="0" rIns="0" bIns="0" anchor="b" anchorCtr="0">
            <a:spAutoFit/>
          </a:bodyPr>
          <a:lstStyle>
            <a:lvl1pPr algn="l" defTabSz="932742" rtl="0" eaLnBrk="1" latinLnBrk="0" hangingPunct="1">
              <a:lnSpc>
                <a:spcPct val="90000"/>
              </a:lnSpc>
              <a:spcBef>
                <a:spcPct val="0"/>
              </a:spcBef>
              <a:buNone/>
              <a:defRPr lang="en-US" sz="4000" b="0" kern="1200" cap="none" spc="-50" baseline="0" dirty="0">
                <a:ln w="3175">
                  <a:noFill/>
                </a:ln>
                <a:solidFill>
                  <a:schemeClr val="tx1"/>
                </a:solidFill>
                <a:effectLst/>
                <a:latin typeface="+mj-lt"/>
                <a:ea typeface="+mn-ea"/>
                <a:cs typeface="Segoe UI" pitchFamily="34" charset="0"/>
              </a:defRPr>
            </a:lvl1pPr>
          </a:lstStyle>
          <a:p>
            <a:r>
              <a:rPr lang="en-US"/>
              <a:t>Demo title</a:t>
            </a:r>
          </a:p>
        </p:txBody>
      </p:sp>
      <p:sp>
        <p:nvSpPr>
          <p:cNvPr id="5" name="Text Placeholder 4"/>
          <p:cNvSpPr>
            <a:spLocks noGrp="1"/>
          </p:cNvSpPr>
          <p:nvPr>
            <p:ph type="body" sz="quarter" idx="12" hasCustomPrompt="1"/>
          </p:nvPr>
        </p:nvSpPr>
        <p:spPr>
          <a:xfrm>
            <a:off x="585216" y="3977319"/>
            <a:ext cx="9144000" cy="246221"/>
          </a:xfrm>
          <a:noFill/>
        </p:spPr>
        <p:txBody>
          <a:bodyPr lIns="0" tIns="0" rIns="0" bIns="0">
            <a:spAutoFit/>
          </a:bodyPr>
          <a:lstStyle>
            <a:lvl1pPr marL="0" indent="0">
              <a:spcBef>
                <a:spcPts val="0"/>
              </a:spcBef>
              <a:spcAft>
                <a:spcPts val="0"/>
              </a:spcAft>
              <a:buFont typeface="Arial" panose="020B0604020202020204" pitchFamily="34" charset="0"/>
              <a:buNone/>
              <a:defRPr sz="1600" spc="0" baseline="0">
                <a:solidFill>
                  <a:schemeClr val="tx1"/>
                </a:solidFill>
                <a:latin typeface="+mn-lt"/>
              </a:defRPr>
            </a:lvl1pPr>
          </a:lstStyle>
          <a:p>
            <a:pPr lvl="0"/>
            <a:r>
              <a:rPr lang="en-US"/>
              <a:t>Speaker name</a:t>
            </a:r>
          </a:p>
        </p:txBody>
      </p:sp>
    </p:spTree>
    <p:extLst>
      <p:ext uri="{BB962C8B-B14F-4D97-AF65-F5344CB8AC3E}">
        <p14:creationId xmlns:p14="http://schemas.microsoft.com/office/powerpoint/2010/main" val="35596319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p:cSld name="Section 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2980408"/>
            <a:ext cx="6675120" cy="553998"/>
          </a:xfrm>
          <a:noFill/>
        </p:spPr>
        <p:txBody>
          <a:bodyPr lIns="0" tIns="0" rIns="0" bIns="0" anchor="b" anchorCtr="0">
            <a:spAutoFit/>
          </a:bodyPr>
          <a:lstStyle>
            <a:lvl1pPr algn="l" defTabSz="932742" rtl="0" eaLnBrk="1" latinLnBrk="0" hangingPunct="1">
              <a:lnSpc>
                <a:spcPct val="90000"/>
              </a:lnSpc>
              <a:spcBef>
                <a:spcPct val="0"/>
              </a:spcBef>
              <a:buNone/>
              <a:defRPr lang="en-US" sz="4000" b="0" kern="1200" cap="none" spc="-50" baseline="0" dirty="0">
                <a:ln w="3175">
                  <a:noFill/>
                </a:ln>
                <a:solidFill>
                  <a:schemeClr val="tx1"/>
                </a:solidFill>
                <a:effectLst/>
                <a:latin typeface="Segoe Sans Display Semibold" pitchFamily="2" charset="0"/>
                <a:ea typeface="+mn-ea"/>
                <a:cs typeface="Segoe Sans Display Semibold" pitchFamily="2" charset="0"/>
              </a:defRPr>
            </a:lvl1pPr>
          </a:lstStyle>
          <a:p>
            <a:pPr marL="0" marR="0" lvl="0" indent="0" algn="l" defTabSz="932742" rtl="0" eaLnBrk="1" fontAlgn="auto" latinLnBrk="0" hangingPunct="1">
              <a:lnSpc>
                <a:spcPct val="90000"/>
              </a:lnSpc>
              <a:spcBef>
                <a:spcPct val="0"/>
              </a:spcBef>
              <a:spcAft>
                <a:spcPts val="0"/>
              </a:spcAft>
              <a:buClrTx/>
              <a:buSzPct val="90000"/>
              <a:buFont typeface="Wingdings" panose="05000000000000000000" pitchFamily="2" charset="2"/>
              <a:buNone/>
              <a:tabLst/>
            </a:pPr>
            <a:r>
              <a:rPr lang="en-US" dirty="0"/>
              <a:t>Section title</a:t>
            </a:r>
          </a:p>
        </p:txBody>
      </p:sp>
      <p:pic>
        <p:nvPicPr>
          <p:cNvPr id="6" name="Picture 5">
            <a:extLst>
              <a:ext uri="{FF2B5EF4-FFF2-40B4-BE49-F238E27FC236}">
                <a16:creationId xmlns:a16="http://schemas.microsoft.com/office/drawing/2014/main" id="{52511A24-B0D0-EA80-E49A-CDCA025B390D}"/>
              </a:ext>
            </a:extLst>
          </p:cNvPr>
          <p:cNvPicPr>
            <a:picLocks noChangeAspect="1"/>
          </p:cNvPicPr>
          <p:nvPr userDrawn="1"/>
        </p:nvPicPr>
        <p:blipFill>
          <a:blip r:embed="rId3"/>
          <a:stretch>
            <a:fillRect/>
          </a:stretch>
        </p:blipFill>
        <p:spPr>
          <a:xfrm>
            <a:off x="585216" y="178230"/>
            <a:ext cx="1366950" cy="813661"/>
          </a:xfrm>
          <a:prstGeom prst="rect">
            <a:avLst/>
          </a:prstGeom>
        </p:spPr>
      </p:pic>
    </p:spTree>
    <p:extLst>
      <p:ext uri="{BB962C8B-B14F-4D97-AF65-F5344CB8AC3E}">
        <p14:creationId xmlns:p14="http://schemas.microsoft.com/office/powerpoint/2010/main" val="267698583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sldGuideLst>
    </p:ext>
  </p:extLst>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p:cSld name="Section Title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2980408"/>
            <a:ext cx="9144000" cy="553998"/>
          </a:xfrm>
          <a:noFill/>
        </p:spPr>
        <p:txBody>
          <a:bodyPr lIns="0" tIns="0" rIns="0" bIns="0" anchor="b" anchorCtr="0">
            <a:spAutoFit/>
          </a:bodyPr>
          <a:lstStyle>
            <a:lvl1pPr algn="l" defTabSz="932742" rtl="0" eaLnBrk="1" latinLnBrk="0" hangingPunct="1">
              <a:lnSpc>
                <a:spcPct val="90000"/>
              </a:lnSpc>
              <a:spcBef>
                <a:spcPct val="0"/>
              </a:spcBef>
              <a:buNone/>
              <a:defRPr lang="en-US" sz="4000" b="0" kern="1200" cap="none" spc="-50" baseline="0" dirty="0">
                <a:ln w="3175">
                  <a:noFill/>
                </a:ln>
                <a:solidFill>
                  <a:schemeClr val="tx1"/>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26737435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sldGuideLst>
    </p:ext>
  </p:extLst>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261378634"/>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p:cSld name="Blank 2">
    <p:bg>
      <p:bgRef idx="1001">
        <a:schemeClr val="bg2"/>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88314117"/>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p:cSld name="Closing logo slide">
    <p:bg>
      <p:bgRef idx="1001">
        <a:schemeClr val="bg2"/>
      </p:bgRef>
    </p:bg>
    <p:spTree>
      <p:nvGrpSpPr>
        <p:cNvPr id="1" name=""/>
        <p:cNvGrpSpPr/>
        <p:nvPr/>
      </p:nvGrpSpPr>
      <p:grpSpPr>
        <a:xfrm>
          <a:off x="0" y="0"/>
          <a:ext cx="0" cy="0"/>
          <a:chOff x="0" y="0"/>
          <a:chExt cx="0" cy="0"/>
        </a:xfrm>
      </p:grpSpPr>
      <p:sp>
        <p:nvSpPr>
          <p:cNvPr id="2" name="Text Box 3" descr="This is a copyright notice that should be included on the final slide."/>
          <p:cNvSpPr txBox="1">
            <a:spLocks noChangeArrowheads="1"/>
          </p:cNvSpPr>
          <p:nvPr/>
        </p:nvSpPr>
        <p:spPr bwMode="blackWhite">
          <a:xfrm>
            <a:off x="584200" y="6161316"/>
            <a:ext cx="4482124" cy="107722"/>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defTabSz="932290" eaLnBrk="0" hangingPunct="0"/>
            <a:r>
              <a:rPr lang="en-US" sz="700">
                <a:solidFill>
                  <a:schemeClr val="tx1"/>
                </a:solidFill>
                <a:cs typeface="Segoe UI" pitchFamily="34" charset="0"/>
              </a:rPr>
              <a:t>© Copyright Microsoft Corporation. All rights reserved. </a:t>
            </a:r>
          </a:p>
        </p:txBody>
      </p:sp>
      <p:pic>
        <p:nvPicPr>
          <p:cNvPr id="5" name="MS logo white - EMF" descr="Microsoft logo white text version">
            <a:extLst>
              <a:ext uri="{FF2B5EF4-FFF2-40B4-BE49-F238E27FC236}">
                <a16:creationId xmlns:a16="http://schemas.microsoft.com/office/drawing/2014/main" id="{70D3778F-A717-44C8-9013-FF206B15DD6D}"/>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1924580890"/>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p:cSld name="Black Notes slide Layout">
    <p:spTree>
      <p:nvGrpSpPr>
        <p:cNvPr id="1" name=""/>
        <p:cNvGrpSpPr/>
        <p:nvPr/>
      </p:nvGrpSpPr>
      <p:grpSpPr>
        <a:xfrm>
          <a:off x="0" y="0"/>
          <a:ext cx="0" cy="0"/>
          <a:chOff x="0" y="0"/>
          <a:chExt cx="0" cy="0"/>
        </a:xfrm>
      </p:grpSpPr>
      <p:sp>
        <p:nvSpPr>
          <p:cNvPr id="3" name="Title 2"/>
          <p:cNvSpPr>
            <a:spLocks noGrp="1"/>
          </p:cNvSpPr>
          <p:nvPr>
            <p:ph type="title"/>
          </p:nvPr>
        </p:nvSpPr>
        <p:spPr bwMode="white"/>
        <p:txBody>
          <a:bodyPr/>
          <a:lstStyle>
            <a:lvl1pPr>
              <a:defRPr b="0">
                <a:solidFill>
                  <a:schemeClr val="tx1"/>
                </a:solidFill>
                <a:latin typeface="Segoe UI" pitchFamily="34" charset="0"/>
                <a:ea typeface="Segoe UI" pitchFamily="34" charset="0"/>
                <a:cs typeface="Segoe UI" pitchFamily="34" charset="0"/>
              </a:defRPr>
            </a:lvl1pPr>
          </a:lstStyle>
          <a:p>
            <a:r>
              <a:rPr lang="en-US"/>
              <a:t>Click to edit Master title style</a:t>
            </a:r>
          </a:p>
        </p:txBody>
      </p:sp>
      <p:sp>
        <p:nvSpPr>
          <p:cNvPr id="5" name="Text Placeholder 4">
            <a:extLst>
              <a:ext uri="{FF2B5EF4-FFF2-40B4-BE49-F238E27FC236}">
                <a16:creationId xmlns:a16="http://schemas.microsoft.com/office/drawing/2014/main" id="{F4B6606D-2DF9-48CD-BBE9-B751BF55CD2B}"/>
              </a:ext>
            </a:extLst>
          </p:cNvPr>
          <p:cNvSpPr>
            <a:spLocks noGrp="1"/>
          </p:cNvSpPr>
          <p:nvPr>
            <p:ph type="body" sz="quarter" idx="12"/>
          </p:nvPr>
        </p:nvSpPr>
        <p:spPr bwMode="white">
          <a:xfrm>
            <a:off x="584200" y="1436688"/>
            <a:ext cx="11018838" cy="2215991"/>
          </a:xfrm>
        </p:spPr>
        <p:txBody>
          <a:bodyPr>
            <a:spAutoFit/>
          </a:bodyPr>
          <a:lstStyle>
            <a:lvl1pPr>
              <a:defRPr sz="3600">
                <a:latin typeface="+mn-lt"/>
              </a:defRPr>
            </a:lvl1pPr>
            <a:lvl2pPr>
              <a:defRPr sz="2800">
                <a:latin typeface="+mn-lt"/>
              </a:defRPr>
            </a:lvl2pPr>
            <a:lvl3pPr>
              <a:defRPr sz="2400">
                <a:latin typeface="+mn-lt"/>
              </a:defRPr>
            </a:lvl3pPr>
            <a:lvl4pPr>
              <a:defRPr sz="2000">
                <a:latin typeface="+mn-lt"/>
              </a:defRPr>
            </a:lvl4pPr>
            <a:lvl5pPr>
              <a:defRPr sz="18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Next slide"/>
          <p:cNvSpPr>
            <a:spLocks noGrp="1"/>
          </p:cNvSpPr>
          <p:nvPr>
            <p:ph type="body" sz="quarter" idx="11" hasCustomPrompt="1"/>
          </p:nvPr>
        </p:nvSpPr>
        <p:spPr>
          <a:xfrm>
            <a:off x="1" y="6269038"/>
            <a:ext cx="12192001" cy="588963"/>
          </a:xfrm>
          <a:prstGeom prst="rect">
            <a:avLst/>
          </a:prstGeom>
          <a:solidFill>
            <a:srgbClr val="FFFF99"/>
          </a:solidFill>
        </p:spPr>
        <p:txBody>
          <a:bodyPr wrap="square" lIns="155457" tIns="77729" rIns="155457" bIns="45720" anchor="b" anchorCtr="0">
            <a:noAutofit/>
          </a:bodyPr>
          <a:lstStyle>
            <a:lvl1pPr algn="r">
              <a:buFont typeface="Arial" pitchFamily="34" charset="0"/>
              <a:buNone/>
              <a:defRPr sz="3700" spc="-51" baseline="0">
                <a:solidFill>
                  <a:srgbClr val="000000"/>
                </a:solidFill>
                <a:effectLst/>
                <a:latin typeface="Segoe UI" pitchFamily="34" charset="0"/>
                <a:ea typeface="Segoe UI" pitchFamily="34" charset="0"/>
                <a:cs typeface="Segoe UI" pitchFamily="34" charset="0"/>
              </a:defRPr>
            </a:lvl1pPr>
          </a:lstStyle>
          <a:p>
            <a:pPr lvl="0"/>
            <a:r>
              <a:rPr lang="en-US"/>
              <a:t>Next:</a:t>
            </a:r>
          </a:p>
        </p:txBody>
      </p:sp>
    </p:spTree>
    <p:extLst>
      <p:ext uri="{BB962C8B-B14F-4D97-AF65-F5344CB8AC3E}">
        <p14:creationId xmlns:p14="http://schemas.microsoft.com/office/powerpoint/2010/main" val="4052310958"/>
      </p:ext>
    </p:extLst>
  </p:cSld>
  <p:clrMapOvr>
    <a:masterClrMapping/>
  </p:clrMapOvr>
  <p:transition>
    <p:fade/>
  </p:transition>
  <p:extLst>
    <p:ext uri="{DCECCB84-F9BA-43D5-87BE-67443E8EF086}">
      <p15:sldGuideLst xmlns:p15="http://schemas.microsoft.com/office/powerpoint/2012/main">
        <p15:guide id="1" orient="horz" pos="904">
          <p15:clr>
            <a:srgbClr val="5ACBF0"/>
          </p15:clr>
        </p15:guide>
        <p15:guide id="2" orient="horz" pos="288">
          <p15:clr>
            <a:srgbClr val="5ACBF0"/>
          </p15:clr>
        </p15:guide>
      </p15:sldGuideLst>
    </p:ext>
  </p:extLst>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Test pattern">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E530C24-163F-15BF-3D01-A8CA8BF26885}"/>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2832929718"/>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image" Target="../media/image1.svg"/><Relationship Id="rId20" Type="http://schemas.openxmlformats.org/officeDocument/2006/relationships/slideLayout" Target="../slideLayouts/slideLayout20.xml"/><Relationship Id="rId41" Type="http://schemas.openxmlformats.org/officeDocument/2006/relationships/slideLayout" Target="../slideLayouts/slideLayout41.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57.xml"/><Relationship Id="rId18" Type="http://schemas.openxmlformats.org/officeDocument/2006/relationships/slideLayout" Target="../slideLayouts/slideLayout62.xml"/><Relationship Id="rId26" Type="http://schemas.openxmlformats.org/officeDocument/2006/relationships/slideLayout" Target="../slideLayouts/slideLayout70.xml"/><Relationship Id="rId39" Type="http://schemas.openxmlformats.org/officeDocument/2006/relationships/slideLayout" Target="../slideLayouts/slideLayout83.xml"/><Relationship Id="rId21" Type="http://schemas.openxmlformats.org/officeDocument/2006/relationships/slideLayout" Target="../slideLayouts/slideLayout65.xml"/><Relationship Id="rId34" Type="http://schemas.openxmlformats.org/officeDocument/2006/relationships/slideLayout" Target="../slideLayouts/slideLayout78.xml"/><Relationship Id="rId42" Type="http://schemas.openxmlformats.org/officeDocument/2006/relationships/slideLayout" Target="../slideLayouts/slideLayout86.xml"/><Relationship Id="rId47" Type="http://schemas.openxmlformats.org/officeDocument/2006/relationships/slideLayout" Target="../slideLayouts/slideLayout91.xml"/><Relationship Id="rId50" Type="http://schemas.openxmlformats.org/officeDocument/2006/relationships/image" Target="../media/image1.svg"/><Relationship Id="rId7" Type="http://schemas.openxmlformats.org/officeDocument/2006/relationships/slideLayout" Target="../slideLayouts/slideLayout51.xml"/><Relationship Id="rId2" Type="http://schemas.openxmlformats.org/officeDocument/2006/relationships/slideLayout" Target="../slideLayouts/slideLayout46.xml"/><Relationship Id="rId16" Type="http://schemas.openxmlformats.org/officeDocument/2006/relationships/slideLayout" Target="../slideLayouts/slideLayout60.xml"/><Relationship Id="rId29" Type="http://schemas.openxmlformats.org/officeDocument/2006/relationships/slideLayout" Target="../slideLayouts/slideLayout73.xml"/><Relationship Id="rId11" Type="http://schemas.openxmlformats.org/officeDocument/2006/relationships/slideLayout" Target="../slideLayouts/slideLayout55.xml"/><Relationship Id="rId24" Type="http://schemas.openxmlformats.org/officeDocument/2006/relationships/slideLayout" Target="../slideLayouts/slideLayout68.xml"/><Relationship Id="rId32" Type="http://schemas.openxmlformats.org/officeDocument/2006/relationships/slideLayout" Target="../slideLayouts/slideLayout76.xml"/><Relationship Id="rId37" Type="http://schemas.openxmlformats.org/officeDocument/2006/relationships/slideLayout" Target="../slideLayouts/slideLayout81.xml"/><Relationship Id="rId40" Type="http://schemas.openxmlformats.org/officeDocument/2006/relationships/slideLayout" Target="../slideLayouts/slideLayout84.xml"/><Relationship Id="rId45" Type="http://schemas.openxmlformats.org/officeDocument/2006/relationships/slideLayout" Target="../slideLayouts/slideLayout89.xml"/><Relationship Id="rId5" Type="http://schemas.openxmlformats.org/officeDocument/2006/relationships/slideLayout" Target="../slideLayouts/slideLayout49.xml"/><Relationship Id="rId15" Type="http://schemas.openxmlformats.org/officeDocument/2006/relationships/slideLayout" Target="../slideLayouts/slideLayout59.xml"/><Relationship Id="rId23" Type="http://schemas.openxmlformats.org/officeDocument/2006/relationships/slideLayout" Target="../slideLayouts/slideLayout67.xml"/><Relationship Id="rId28" Type="http://schemas.openxmlformats.org/officeDocument/2006/relationships/slideLayout" Target="../slideLayouts/slideLayout72.xml"/><Relationship Id="rId36" Type="http://schemas.openxmlformats.org/officeDocument/2006/relationships/slideLayout" Target="../slideLayouts/slideLayout80.xml"/><Relationship Id="rId49" Type="http://schemas.openxmlformats.org/officeDocument/2006/relationships/theme" Target="../theme/theme2.xml"/><Relationship Id="rId10" Type="http://schemas.openxmlformats.org/officeDocument/2006/relationships/slideLayout" Target="../slideLayouts/slideLayout54.xml"/><Relationship Id="rId19" Type="http://schemas.openxmlformats.org/officeDocument/2006/relationships/slideLayout" Target="../slideLayouts/slideLayout63.xml"/><Relationship Id="rId31" Type="http://schemas.openxmlformats.org/officeDocument/2006/relationships/slideLayout" Target="../slideLayouts/slideLayout75.xml"/><Relationship Id="rId44" Type="http://schemas.openxmlformats.org/officeDocument/2006/relationships/slideLayout" Target="../slideLayouts/slideLayout88.xml"/><Relationship Id="rId4" Type="http://schemas.openxmlformats.org/officeDocument/2006/relationships/slideLayout" Target="../slideLayouts/slideLayout48.xml"/><Relationship Id="rId9" Type="http://schemas.openxmlformats.org/officeDocument/2006/relationships/slideLayout" Target="../slideLayouts/slideLayout53.xml"/><Relationship Id="rId14" Type="http://schemas.openxmlformats.org/officeDocument/2006/relationships/slideLayout" Target="../slideLayouts/slideLayout58.xml"/><Relationship Id="rId22" Type="http://schemas.openxmlformats.org/officeDocument/2006/relationships/slideLayout" Target="../slideLayouts/slideLayout66.xml"/><Relationship Id="rId27" Type="http://schemas.openxmlformats.org/officeDocument/2006/relationships/slideLayout" Target="../slideLayouts/slideLayout71.xml"/><Relationship Id="rId30" Type="http://schemas.openxmlformats.org/officeDocument/2006/relationships/slideLayout" Target="../slideLayouts/slideLayout74.xml"/><Relationship Id="rId35" Type="http://schemas.openxmlformats.org/officeDocument/2006/relationships/slideLayout" Target="../slideLayouts/slideLayout79.xml"/><Relationship Id="rId43" Type="http://schemas.openxmlformats.org/officeDocument/2006/relationships/slideLayout" Target="../slideLayouts/slideLayout87.xml"/><Relationship Id="rId48" Type="http://schemas.openxmlformats.org/officeDocument/2006/relationships/slideLayout" Target="../slideLayouts/slideLayout92.xml"/><Relationship Id="rId8" Type="http://schemas.openxmlformats.org/officeDocument/2006/relationships/slideLayout" Target="../slideLayouts/slideLayout52.xml"/><Relationship Id="rId3" Type="http://schemas.openxmlformats.org/officeDocument/2006/relationships/slideLayout" Target="../slideLayouts/slideLayout47.xml"/><Relationship Id="rId12" Type="http://schemas.openxmlformats.org/officeDocument/2006/relationships/slideLayout" Target="../slideLayouts/slideLayout56.xml"/><Relationship Id="rId17" Type="http://schemas.openxmlformats.org/officeDocument/2006/relationships/slideLayout" Target="../slideLayouts/slideLayout61.xml"/><Relationship Id="rId25" Type="http://schemas.openxmlformats.org/officeDocument/2006/relationships/slideLayout" Target="../slideLayouts/slideLayout69.xml"/><Relationship Id="rId33" Type="http://schemas.openxmlformats.org/officeDocument/2006/relationships/slideLayout" Target="../slideLayouts/slideLayout77.xml"/><Relationship Id="rId38" Type="http://schemas.openxmlformats.org/officeDocument/2006/relationships/slideLayout" Target="../slideLayouts/slideLayout82.xml"/><Relationship Id="rId46" Type="http://schemas.openxmlformats.org/officeDocument/2006/relationships/slideLayout" Target="../slideLayouts/slideLayout90.xml"/><Relationship Id="rId20" Type="http://schemas.openxmlformats.org/officeDocument/2006/relationships/slideLayout" Target="../slideLayouts/slideLayout64.xml"/><Relationship Id="rId41" Type="http://schemas.openxmlformats.org/officeDocument/2006/relationships/slideLayout" Target="../slideLayouts/slideLayout85.xml"/><Relationship Id="rId1" Type="http://schemas.openxmlformats.org/officeDocument/2006/relationships/slideLayout" Target="../slideLayouts/slideLayout45.xml"/><Relationship Id="rId6" Type="http://schemas.openxmlformats.org/officeDocument/2006/relationships/slideLayout" Target="../slideLayouts/slideLayout5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blackWhite">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8263" y="457200"/>
            <a:ext cx="11018520" cy="553998"/>
          </a:xfrm>
          <a:prstGeom prst="rect">
            <a:avLst/>
          </a:prstGeom>
        </p:spPr>
        <p:txBody>
          <a:bodyPr vert="horz" wrap="square" lIns="0" tIns="0" rIns="0" bIns="0" rtlCol="0" anchor="t">
            <a:spAutoFit/>
          </a:bodyPr>
          <a:lstStyle/>
          <a:p>
            <a:r>
              <a:rPr lang="en-US" dirty="0"/>
              <a:t>Click to edit Master title style</a:t>
            </a:r>
          </a:p>
        </p:txBody>
      </p:sp>
      <p:sp>
        <p:nvSpPr>
          <p:cNvPr id="4" name="Text Placeholder 3"/>
          <p:cNvSpPr>
            <a:spLocks noGrp="1"/>
          </p:cNvSpPr>
          <p:nvPr>
            <p:ph type="body" idx="1"/>
          </p:nvPr>
        </p:nvSpPr>
        <p:spPr>
          <a:xfrm>
            <a:off x="584200" y="1435503"/>
            <a:ext cx="11018520" cy="1612749"/>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pic>
        <p:nvPicPr>
          <p:cNvPr id="144" name="Graphic 143">
            <a:extLst>
              <a:ext uri="{FF2B5EF4-FFF2-40B4-BE49-F238E27FC236}">
                <a16:creationId xmlns:a16="http://schemas.microsoft.com/office/drawing/2014/main" id="{55FCE7D5-5796-0746-3173-EB75FBE85E45}"/>
              </a:ext>
            </a:extLst>
          </p:cNvPr>
          <p:cNvPicPr>
            <a:picLocks noChangeAspect="1"/>
          </p:cNvPicPr>
          <p:nvPr/>
        </p:nvPicPr>
        <p:blipFill>
          <a:blip>
            <a:extLst>
              <a:ext uri="{96DAC541-7B7A-43D3-8B79-37D633B846F1}">
                <asvg:svgBlip xmlns:asvg="http://schemas.microsoft.com/office/drawing/2016/SVG/main" r:embed="rId46"/>
              </a:ext>
            </a:extLst>
          </a:blip>
          <a:srcRect/>
          <a:stretch/>
        </p:blipFill>
        <p:spPr>
          <a:xfrm rot="5400000">
            <a:off x="9509919" y="2743200"/>
            <a:ext cx="6858000" cy="1371600"/>
          </a:xfrm>
          <a:prstGeom prst="rect">
            <a:avLst/>
          </a:prstGeom>
        </p:spPr>
      </p:pic>
    </p:spTree>
    <p:extLst>
      <p:ext uri="{BB962C8B-B14F-4D97-AF65-F5344CB8AC3E}">
        <p14:creationId xmlns:p14="http://schemas.microsoft.com/office/powerpoint/2010/main" val="3418689686"/>
      </p:ext>
    </p:extLst>
  </p:cSld>
  <p:clrMap bg1="lt1" tx1="dk1" bg2="lt2" tx2="dk2" accent1="accent1" accent2="accent2" accent3="accent3" accent4="accent4" accent5="accent5" accent6="accent6" hlink="hlink" folHlink="folHlink"/>
  <p:sldLayoutIdLst>
    <p:sldLayoutId id="2147485607" r:id="rId1"/>
    <p:sldLayoutId id="2147485450" r:id="rId2"/>
    <p:sldLayoutId id="2147485451" r:id="rId3"/>
    <p:sldLayoutId id="2147485452" r:id="rId4"/>
    <p:sldLayoutId id="2147485453" r:id="rId5"/>
    <p:sldLayoutId id="2147485608" r:id="rId6"/>
    <p:sldLayoutId id="2147485455" r:id="rId7"/>
    <p:sldLayoutId id="2147485456" r:id="rId8"/>
    <p:sldLayoutId id="2147485457" r:id="rId9"/>
    <p:sldLayoutId id="2147485458" r:id="rId10"/>
    <p:sldLayoutId id="2147485459" r:id="rId11"/>
    <p:sldLayoutId id="2147485460" r:id="rId12"/>
    <p:sldLayoutId id="2147485461" r:id="rId13"/>
    <p:sldLayoutId id="2147485462" r:id="rId14"/>
    <p:sldLayoutId id="2147485463" r:id="rId15"/>
    <p:sldLayoutId id="2147485464" r:id="rId16"/>
    <p:sldLayoutId id="2147485465" r:id="rId17"/>
    <p:sldLayoutId id="2147485466" r:id="rId18"/>
    <p:sldLayoutId id="2147485470" r:id="rId19"/>
    <p:sldLayoutId id="2147485471" r:id="rId20"/>
    <p:sldLayoutId id="2147485472" r:id="rId21"/>
    <p:sldLayoutId id="2147485473" r:id="rId22"/>
    <p:sldLayoutId id="2147485474" r:id="rId23"/>
    <p:sldLayoutId id="2147485475" r:id="rId24"/>
    <p:sldLayoutId id="2147485476" r:id="rId25"/>
    <p:sldLayoutId id="2147485477" r:id="rId26"/>
    <p:sldLayoutId id="2147485478" r:id="rId27"/>
    <p:sldLayoutId id="2147485479" r:id="rId28"/>
    <p:sldLayoutId id="2147485480" r:id="rId29"/>
    <p:sldLayoutId id="2147485481" r:id="rId30"/>
    <p:sldLayoutId id="2147485484" r:id="rId31"/>
    <p:sldLayoutId id="2147485485" r:id="rId32"/>
    <p:sldLayoutId id="2147485486" r:id="rId33"/>
    <p:sldLayoutId id="2147485487" r:id="rId34"/>
    <p:sldLayoutId id="2147485488" r:id="rId35"/>
    <p:sldLayoutId id="2147485489" r:id="rId36"/>
    <p:sldLayoutId id="2147485490" r:id="rId37"/>
    <p:sldLayoutId id="2147485491" r:id="rId38"/>
    <p:sldLayoutId id="2147485492" r:id="rId39"/>
    <p:sldLayoutId id="2147485493" r:id="rId40"/>
    <p:sldLayoutId id="2147485494" r:id="rId41"/>
    <p:sldLayoutId id="2147485495" r:id="rId42"/>
    <p:sldLayoutId id="2147485496" r:id="rId43"/>
    <p:sldLayoutId id="2147485603" r:id="rId44"/>
  </p:sldLayoutIdLst>
  <p:transition>
    <p:fade/>
  </p:transition>
  <p:hf sldNum="0" hdr="0" ftr="0" dt="0"/>
  <p:txStyles>
    <p:title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8">
          <p15:clr>
            <a:srgbClr val="C35EA4"/>
          </p15:clr>
        </p15:guide>
        <p15:guide id="17" pos="7313">
          <p15:clr>
            <a:srgbClr val="C35EA4"/>
          </p15:clr>
        </p15:guide>
        <p15:guide id="25" orient="horz" pos="369">
          <p15:clr>
            <a:srgbClr val="C35EA4"/>
          </p15:clr>
        </p15:guide>
        <p15:guide id="26" orient="horz" pos="3949">
          <p15:clr>
            <a:srgbClr val="C35EA4"/>
          </p15:clr>
        </p15:guide>
        <p15:guide id="27" orient="horz" pos="184">
          <p15:clr>
            <a:srgbClr val="A4A3A4"/>
          </p15:clr>
        </p15:guide>
        <p15:guide id="28" pos="185">
          <p15:clr>
            <a:srgbClr val="A4A3A4"/>
          </p15:clr>
        </p15:guide>
        <p15:guide id="29" orient="horz" pos="4135">
          <p15:clr>
            <a:srgbClr val="A4A3A4"/>
          </p15:clr>
        </p15:guide>
        <p15:guide id="30" pos="7495">
          <p15:clr>
            <a:srgbClr val="A4A3A4"/>
          </p15:clr>
        </p15:guide>
        <p15:guide id="31" orient="horz" pos="4008">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bwMode="blackWhite">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8263" y="457200"/>
            <a:ext cx="11018520" cy="553998"/>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p:ph type="body" idx="1"/>
          </p:nvPr>
        </p:nvSpPr>
        <p:spPr>
          <a:xfrm>
            <a:off x="584200" y="1435503"/>
            <a:ext cx="11018520" cy="1612749"/>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pic>
        <p:nvPicPr>
          <p:cNvPr id="144" name="Graphic 143">
            <a:extLst>
              <a:ext uri="{FF2B5EF4-FFF2-40B4-BE49-F238E27FC236}">
                <a16:creationId xmlns:a16="http://schemas.microsoft.com/office/drawing/2014/main" id="{55FCE7D5-5796-0746-3173-EB75FBE85E45}"/>
              </a:ext>
            </a:extLst>
          </p:cNvPr>
          <p:cNvPicPr>
            <a:picLocks noChangeAspect="1"/>
          </p:cNvPicPr>
          <p:nvPr/>
        </p:nvPicPr>
        <p:blipFill>
          <a:blip>
            <a:extLst>
              <a:ext uri="{96DAC541-7B7A-43D3-8B79-37D633B846F1}">
                <asvg:svgBlip xmlns:asvg="http://schemas.microsoft.com/office/drawing/2016/SVG/main" r:embed="rId50"/>
              </a:ext>
            </a:extLst>
          </a:blip>
          <a:srcRect/>
          <a:stretch/>
        </p:blipFill>
        <p:spPr>
          <a:xfrm rot="5400000">
            <a:off x="9509919" y="2743200"/>
            <a:ext cx="6858000" cy="1371600"/>
          </a:xfrm>
          <a:prstGeom prst="rect">
            <a:avLst/>
          </a:prstGeom>
        </p:spPr>
      </p:pic>
    </p:spTree>
    <p:extLst>
      <p:ext uri="{BB962C8B-B14F-4D97-AF65-F5344CB8AC3E}">
        <p14:creationId xmlns:p14="http://schemas.microsoft.com/office/powerpoint/2010/main" val="963631770"/>
      </p:ext>
    </p:extLst>
  </p:cSld>
  <p:clrMap bg1="dk1" tx1="lt1" bg2="dk2" tx2="lt2" accent1="accent1" accent2="accent2" accent3="accent3" accent4="accent4" accent5="accent5" accent6="accent6" hlink="hlink" folHlink="folHlink"/>
  <p:sldLayoutIdLst>
    <p:sldLayoutId id="2147485601" r:id="rId1"/>
    <p:sldLayoutId id="2147485554" r:id="rId2"/>
    <p:sldLayoutId id="2147485555" r:id="rId3"/>
    <p:sldLayoutId id="2147485556" r:id="rId4"/>
    <p:sldLayoutId id="2147485557" r:id="rId5"/>
    <p:sldLayoutId id="2147485559" r:id="rId6"/>
    <p:sldLayoutId id="2147485560" r:id="rId7"/>
    <p:sldLayoutId id="2147485561" r:id="rId8"/>
    <p:sldLayoutId id="2147485562" r:id="rId9"/>
    <p:sldLayoutId id="2147485563" r:id="rId10"/>
    <p:sldLayoutId id="2147485564" r:id="rId11"/>
    <p:sldLayoutId id="2147485565" r:id="rId12"/>
    <p:sldLayoutId id="2147485566" r:id="rId13"/>
    <p:sldLayoutId id="2147485567" r:id="rId14"/>
    <p:sldLayoutId id="2147485568" r:id="rId15"/>
    <p:sldLayoutId id="2147485569" r:id="rId16"/>
    <p:sldLayoutId id="2147485570" r:id="rId17"/>
    <p:sldLayoutId id="2147485571" r:id="rId18"/>
    <p:sldLayoutId id="2147485572" r:id="rId19"/>
    <p:sldLayoutId id="2147485573" r:id="rId20"/>
    <p:sldLayoutId id="2147485574" r:id="rId21"/>
    <p:sldLayoutId id="2147485575" r:id="rId22"/>
    <p:sldLayoutId id="2147485576" r:id="rId23"/>
    <p:sldLayoutId id="2147485577" r:id="rId24"/>
    <p:sldLayoutId id="2147485578" r:id="rId25"/>
    <p:sldLayoutId id="2147485579" r:id="rId26"/>
    <p:sldLayoutId id="2147485580" r:id="rId27"/>
    <p:sldLayoutId id="2147485581" r:id="rId28"/>
    <p:sldLayoutId id="2147485582" r:id="rId29"/>
    <p:sldLayoutId id="2147485583" r:id="rId30"/>
    <p:sldLayoutId id="2147485584" r:id="rId31"/>
    <p:sldLayoutId id="2147485585" r:id="rId32"/>
    <p:sldLayoutId id="2147485586" r:id="rId33"/>
    <p:sldLayoutId id="2147485587" r:id="rId34"/>
    <p:sldLayoutId id="2147485588" r:id="rId35"/>
    <p:sldLayoutId id="2147485589" r:id="rId36"/>
    <p:sldLayoutId id="2147485590" r:id="rId37"/>
    <p:sldLayoutId id="2147485591" r:id="rId38"/>
    <p:sldLayoutId id="2147485592" r:id="rId39"/>
    <p:sldLayoutId id="2147485593" r:id="rId40"/>
    <p:sldLayoutId id="2147485594" r:id="rId41"/>
    <p:sldLayoutId id="2147485595" r:id="rId42"/>
    <p:sldLayoutId id="2147485596" r:id="rId43"/>
    <p:sldLayoutId id="2147485597" r:id="rId44"/>
    <p:sldLayoutId id="2147485598" r:id="rId45"/>
    <p:sldLayoutId id="2147485599" r:id="rId46"/>
    <p:sldLayoutId id="2147485600" r:id="rId47"/>
    <p:sldLayoutId id="2147485602" r:id="rId48"/>
  </p:sldLayoutIdLst>
  <p:transition>
    <p:fade/>
  </p:transition>
  <p:hf sldNum="0" hdr="0" ftr="0" dt="0"/>
  <p:txStyles>
    <p:title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8">
          <p15:clr>
            <a:srgbClr val="C35EA4"/>
          </p15:clr>
        </p15:guide>
        <p15:guide id="17" pos="7313">
          <p15:clr>
            <a:srgbClr val="C35EA4"/>
          </p15:clr>
        </p15:guide>
        <p15:guide id="25" orient="horz" pos="369">
          <p15:clr>
            <a:srgbClr val="C35EA4"/>
          </p15:clr>
        </p15:guide>
        <p15:guide id="26" orient="horz" pos="3949">
          <p15:clr>
            <a:srgbClr val="C35EA4"/>
          </p15:clr>
        </p15:guide>
        <p15:guide id="27" orient="horz" pos="184">
          <p15:clr>
            <a:srgbClr val="A4A3A4"/>
          </p15:clr>
        </p15:guide>
        <p15:guide id="28" pos="185">
          <p15:clr>
            <a:srgbClr val="A4A3A4"/>
          </p15:clr>
        </p15:guide>
        <p15:guide id="29" orient="horz" pos="4135">
          <p15:clr>
            <a:srgbClr val="A4A3A4"/>
          </p15:clr>
        </p15:guide>
        <p15:guide id="30" pos="7495">
          <p15:clr>
            <a:srgbClr val="A4A3A4"/>
          </p15:clr>
        </p15:guide>
        <p15:guide id="31" orient="horz" pos="4008">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hyperlink" Target="https://console.mistral.ai/home" TargetMode="External"/><Relationship Id="rId7" Type="http://schemas.openxmlformats.org/officeDocument/2006/relationships/hyperlink" Target="https://ai.azure.com/" TargetMode="External"/><Relationship Id="rId2" Type="http://schemas.openxmlformats.org/officeDocument/2006/relationships/hyperlink" Target="https://platform.openai.com/docs/models" TargetMode="External"/><Relationship Id="rId1" Type="http://schemas.openxmlformats.org/officeDocument/2006/relationships/slideLayout" Target="../slideLayouts/slideLayout4.xml"/><Relationship Id="rId6" Type="http://schemas.openxmlformats.org/officeDocument/2006/relationships/hyperlink" Target="https://oai.azure.com/portal/****/models" TargetMode="External"/><Relationship Id="rId5" Type="http://schemas.openxmlformats.org/officeDocument/2006/relationships/hyperlink" Target="https://gemini.google.com/app" TargetMode="External"/><Relationship Id="rId4" Type="http://schemas.openxmlformats.org/officeDocument/2006/relationships/hyperlink" Target="https://www.anthropic.com/"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7.xml.rels><?xml version="1.0" encoding="UTF-8" standalone="yes"?>
<Relationships xmlns="http://schemas.openxmlformats.org/package/2006/relationships"><Relationship Id="rId3" Type="http://schemas.openxmlformats.org/officeDocument/2006/relationships/hyperlink" Target="https://en.wikipedia.org/wiki/Byte_pair_encoding" TargetMode="External"/><Relationship Id="rId2" Type="http://schemas.openxmlformats.org/officeDocument/2006/relationships/image" Target="../media/image41.png"/><Relationship Id="rId1" Type="http://schemas.openxmlformats.org/officeDocument/2006/relationships/slideLayout" Target="../slideLayouts/slideLayout4.xml"/><Relationship Id="rId6" Type="http://schemas.openxmlformats.org/officeDocument/2006/relationships/hyperlink" Target="https://openai.com/pricing" TargetMode="External"/><Relationship Id="rId5" Type="http://schemas.openxmlformats.org/officeDocument/2006/relationships/hyperlink" Target="https://help.openai.com/en/articles/4936856-what-are-tokens-and-how-to-count-them" TargetMode="External"/><Relationship Id="rId4" Type="http://schemas.openxmlformats.org/officeDocument/2006/relationships/hyperlink" Target="https://llmtokencounter.com/"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10.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4.xml"/><Relationship Id="rId4" Type="http://schemas.openxmlformats.org/officeDocument/2006/relationships/image" Target="../media/image4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17.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3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hyperlink" Target="https://devblogs.microsoft.com/azure-sql/sql-server-native-vector-search-for-net-developers/" TargetMode="Externa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hyperlink" Target="https://devblogs.microsoft.com/azure-sql/sql-server-native-vector-search-for-net-developers/" TargetMode="External"/><Relationship Id="rId1" Type="http://schemas.openxmlformats.org/officeDocument/2006/relationships/slideLayout" Target="../slideLayouts/slideLayout3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26.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30.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hyperlink" Target="https://arxiv.org/abs/2005.11401" TargetMode="Externa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3" Type="http://schemas.openxmlformats.org/officeDocument/2006/relationships/hyperlink" Target="https://learn.microsoft.com/en-us/agent-framework/agents/middleware/" TargetMode="External"/><Relationship Id="rId2" Type="http://schemas.openxmlformats.org/officeDocument/2006/relationships/hyperlink" Target="https://learn.microsoft.com/en-us/agent-framework/agents/" TargetMode="External"/><Relationship Id="rId1" Type="http://schemas.openxmlformats.org/officeDocument/2006/relationships/slideLayout" Target="../slideLayouts/slideLayout5.xml"/><Relationship Id="rId4" Type="http://schemas.openxmlformats.org/officeDocument/2006/relationships/hyperlink" Target="https://learn.microsoft.com/en-us/agent-framework/agents/conversations/" TargetMode="External"/></Relationships>
</file>

<file path=ppt/slides/_rels/slide38.xml.rels><?xml version="1.0" encoding="UTF-8" standalone="yes"?>
<Relationships xmlns="http://schemas.openxmlformats.org/package/2006/relationships"><Relationship Id="rId3" Type="http://schemas.openxmlformats.org/officeDocument/2006/relationships/hyperlink" Target="https://learn.microsoft.com/en-us/agent-framework/workflows/orchestrations/" TargetMode="External"/><Relationship Id="rId2" Type="http://schemas.openxmlformats.org/officeDocument/2006/relationships/hyperlink" Target="https://learn.microsoft.com/en-us/agent-framework/workflows/" TargetMode="External"/><Relationship Id="rId1" Type="http://schemas.openxmlformats.org/officeDocument/2006/relationships/slideLayout" Target="../slideLayouts/slideLayout5.xml"/><Relationship Id="rId4" Type="http://schemas.openxmlformats.org/officeDocument/2006/relationships/hyperlink" Target="https://learn.microsoft.com/en-us/agent-framework/agents/declarative" TargetMode="External"/></Relationships>
</file>

<file path=ppt/slides/_rels/slide39.xml.rels><?xml version="1.0" encoding="UTF-8" standalone="yes"?>
<Relationships xmlns="http://schemas.openxmlformats.org/package/2006/relationships"><Relationship Id="rId3" Type="http://schemas.openxmlformats.org/officeDocument/2006/relationships/hyperlink" Target="https://learn.microsoft.com/en-us/agent-framework/migration-guide/from-semantic-kernel" TargetMode="External"/><Relationship Id="rId2" Type="http://schemas.openxmlformats.org/officeDocument/2006/relationships/hyperlink" Target="https://learn.microsoft.com/en-us/agent-framework/integrations/" TargetMode="External"/><Relationship Id="rId1" Type="http://schemas.openxmlformats.org/officeDocument/2006/relationships/slideLayout" Target="../slideLayouts/slideLayout5.xml"/><Relationship Id="rId4" Type="http://schemas.openxmlformats.org/officeDocument/2006/relationships/hyperlink" Target="https://learn.microsoft.com/en-us/agent-framework/migration-guide/from-autogen" TargetMode="Externa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42.xml.rels><?xml version="1.0" encoding="UTF-8" standalone="yes"?>
<Relationships xmlns="http://schemas.openxmlformats.org/package/2006/relationships"><Relationship Id="rId3" Type="http://schemas.openxmlformats.org/officeDocument/2006/relationships/image" Target="../media/image54.svg"/><Relationship Id="rId2" Type="http://schemas.openxmlformats.org/officeDocument/2006/relationships/image" Target="../media/image53.png"/><Relationship Id="rId1" Type="http://schemas.openxmlformats.org/officeDocument/2006/relationships/slideLayout" Target="../slideLayouts/slideLayout5.xml"/><Relationship Id="rId4" Type="http://schemas.openxmlformats.org/officeDocument/2006/relationships/image" Target="../media/image55.sv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3" Type="http://schemas.openxmlformats.org/officeDocument/2006/relationships/image" Target="../media/image56.svg"/><Relationship Id="rId2" Type="http://schemas.openxmlformats.org/officeDocument/2006/relationships/image" Target="../media/image53.png"/><Relationship Id="rId1" Type="http://schemas.openxmlformats.org/officeDocument/2006/relationships/slideLayout" Target="../slideLayouts/slideLayout6.xml"/><Relationship Id="rId4" Type="http://schemas.openxmlformats.org/officeDocument/2006/relationships/image" Target="../media/image55.svg"/></Relationships>
</file>

<file path=ppt/slides/_rels/slide45.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9.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5.xml"/></Relationships>
</file>

<file path=ppt/slides/_rels/slide50.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5.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5.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64895FBF-C7A9-4063-C51E-68A83FCB7D2A}"/>
              </a:ext>
            </a:extLst>
          </p:cNvPr>
          <p:cNvSpPr/>
          <p:nvPr/>
        </p:nvSpPr>
        <p:spPr bwMode="auto">
          <a:xfrm>
            <a:off x="451785" y="4097396"/>
            <a:ext cx="6564009" cy="2049419"/>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de-DE" sz="2000" dirty="0" err="1">
              <a:solidFill>
                <a:srgbClr val="FFFFFF"/>
              </a:solidFill>
              <a:ea typeface="Segoe UI" pitchFamily="34" charset="0"/>
              <a:cs typeface="Segoe UI" pitchFamily="34" charset="0"/>
            </a:endParaRPr>
          </a:p>
        </p:txBody>
      </p:sp>
      <p:sp>
        <p:nvSpPr>
          <p:cNvPr id="5" name="Title 4">
            <a:extLst>
              <a:ext uri="{FF2B5EF4-FFF2-40B4-BE49-F238E27FC236}">
                <a16:creationId xmlns:a16="http://schemas.microsoft.com/office/drawing/2014/main" id="{E7A86AB6-4520-27A5-D83A-1177D5A5B04A}"/>
              </a:ext>
            </a:extLst>
          </p:cNvPr>
          <p:cNvSpPr>
            <a:spLocks noGrp="1"/>
          </p:cNvSpPr>
          <p:nvPr>
            <p:ph type="title"/>
          </p:nvPr>
        </p:nvSpPr>
        <p:spPr>
          <a:xfrm>
            <a:off x="518161" y="2048954"/>
            <a:ext cx="9661620" cy="1754326"/>
          </a:xfrm>
        </p:spPr>
        <p:txBody>
          <a:bodyPr/>
          <a:lstStyle/>
          <a:p>
            <a:r>
              <a:rPr lang="en-US" sz="1800" dirty="0"/>
              <a:t>MASTER CLASS</a:t>
            </a:r>
            <a:br>
              <a:rPr lang="en-US" sz="3200" dirty="0"/>
            </a:br>
            <a:r>
              <a:rPr lang="en-US" sz="3200" dirty="0"/>
              <a:t>ARCHITECTING and DEVELOPMENT</a:t>
            </a:r>
            <a:br>
              <a:rPr lang="en-US" sz="3200" dirty="0"/>
            </a:br>
            <a:r>
              <a:rPr lang="en-US" sz="3200" dirty="0"/>
              <a:t>CUSTOM AGENTS</a:t>
            </a:r>
            <a:br>
              <a:rPr lang="en-US" sz="3200" dirty="0"/>
            </a:br>
            <a:endParaRPr lang="de-DE" sz="3200" dirty="0"/>
          </a:p>
        </p:txBody>
      </p:sp>
      <p:sp>
        <p:nvSpPr>
          <p:cNvPr id="6" name="Text Placeholder 5">
            <a:extLst>
              <a:ext uri="{FF2B5EF4-FFF2-40B4-BE49-F238E27FC236}">
                <a16:creationId xmlns:a16="http://schemas.microsoft.com/office/drawing/2014/main" id="{C340A766-5461-A1F2-A10C-B12C4B04A3F8}"/>
              </a:ext>
            </a:extLst>
          </p:cNvPr>
          <p:cNvSpPr>
            <a:spLocks noGrp="1"/>
          </p:cNvSpPr>
          <p:nvPr>
            <p:ph type="body" sz="quarter" idx="12"/>
          </p:nvPr>
        </p:nvSpPr>
        <p:spPr>
          <a:xfrm>
            <a:off x="518161" y="1000773"/>
            <a:ext cx="5577839" cy="276999"/>
          </a:xfrm>
        </p:spPr>
        <p:txBody>
          <a:bodyPr/>
          <a:lstStyle/>
          <a:p>
            <a:endParaRPr lang="de-DE" dirty="0"/>
          </a:p>
        </p:txBody>
      </p:sp>
      <p:sp>
        <p:nvSpPr>
          <p:cNvPr id="9" name="Text Placeholder 1">
            <a:extLst>
              <a:ext uri="{FF2B5EF4-FFF2-40B4-BE49-F238E27FC236}">
                <a16:creationId xmlns:a16="http://schemas.microsoft.com/office/drawing/2014/main" id="{868CAEFE-3D17-AFD2-984E-8799BF57A500}"/>
              </a:ext>
            </a:extLst>
          </p:cNvPr>
          <p:cNvSpPr txBox="1">
            <a:spLocks/>
          </p:cNvSpPr>
          <p:nvPr/>
        </p:nvSpPr>
        <p:spPr>
          <a:xfrm>
            <a:off x="607174" y="4490852"/>
            <a:ext cx="9144000" cy="307777"/>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Wingdings" panose="05000000000000000000" pitchFamily="2" charset="2"/>
              <a:buNone/>
            </a:pPr>
            <a:r>
              <a:rPr lang="en-US" sz="2000" dirty="0"/>
              <a:t>Dr. Damir Dobric</a:t>
            </a:r>
          </a:p>
        </p:txBody>
      </p:sp>
      <p:sp>
        <p:nvSpPr>
          <p:cNvPr id="10" name="TextBox 9">
            <a:extLst>
              <a:ext uri="{FF2B5EF4-FFF2-40B4-BE49-F238E27FC236}">
                <a16:creationId xmlns:a16="http://schemas.microsoft.com/office/drawing/2014/main" id="{1FD77B9A-C974-1492-6257-30F9BF11A956}"/>
              </a:ext>
            </a:extLst>
          </p:cNvPr>
          <p:cNvSpPr txBox="1"/>
          <p:nvPr/>
        </p:nvSpPr>
        <p:spPr>
          <a:xfrm>
            <a:off x="451786" y="4826714"/>
            <a:ext cx="6812782" cy="873572"/>
          </a:xfrm>
          <a:prstGeom prst="rect">
            <a:avLst/>
          </a:prstGeom>
          <a:noFill/>
        </p:spPr>
        <p:txBody>
          <a:bodyPr wrap="square">
            <a:spAutoFit/>
          </a:bodyPr>
          <a:lstStyle/>
          <a:p>
            <a:pPr>
              <a:lnSpc>
                <a:spcPts val="2100"/>
              </a:lnSpc>
            </a:pPr>
            <a:r>
              <a:rPr lang="en-US" sz="1400" dirty="0"/>
              <a:t>Lead Software Architect daenet GmbH / ACP Digital</a:t>
            </a:r>
          </a:p>
          <a:p>
            <a:pPr>
              <a:lnSpc>
                <a:spcPts val="2100"/>
              </a:lnSpc>
            </a:pPr>
            <a:r>
              <a:rPr lang="en-US" sz="1400" dirty="0"/>
              <a:t>Microsoft Regional Director, </a:t>
            </a:r>
          </a:p>
          <a:p>
            <a:pPr>
              <a:lnSpc>
                <a:spcPts val="2100"/>
              </a:lnSpc>
            </a:pPr>
            <a:r>
              <a:rPr lang="en-US" sz="1400" dirty="0"/>
              <a:t>Most Valuable Professional: AI</a:t>
            </a:r>
            <a:endParaRPr lang="en-DE" sz="1400" dirty="0"/>
          </a:p>
        </p:txBody>
      </p:sp>
      <p:pic>
        <p:nvPicPr>
          <p:cNvPr id="12" name="Picture 11">
            <a:extLst>
              <a:ext uri="{FF2B5EF4-FFF2-40B4-BE49-F238E27FC236}">
                <a16:creationId xmlns:a16="http://schemas.microsoft.com/office/drawing/2014/main" id="{4E805181-A5EE-6A94-001B-907409E6E94D}"/>
              </a:ext>
            </a:extLst>
          </p:cNvPr>
          <p:cNvPicPr>
            <a:picLocks noChangeAspect="1"/>
          </p:cNvPicPr>
          <p:nvPr/>
        </p:nvPicPr>
        <p:blipFill>
          <a:blip r:embed="rId2"/>
          <a:stretch>
            <a:fillRect/>
          </a:stretch>
        </p:blipFill>
        <p:spPr>
          <a:xfrm>
            <a:off x="4975782" y="4279369"/>
            <a:ext cx="1813564" cy="1794672"/>
          </a:xfrm>
          <a:prstGeom prst="rect">
            <a:avLst/>
          </a:prstGeom>
        </p:spPr>
      </p:pic>
    </p:spTree>
    <p:extLst>
      <p:ext uri="{BB962C8B-B14F-4D97-AF65-F5344CB8AC3E}">
        <p14:creationId xmlns:p14="http://schemas.microsoft.com/office/powerpoint/2010/main" val="52760862"/>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98D5536-5E16-A43A-A9C7-941F8EE8CACB}"/>
              </a:ext>
            </a:extLst>
          </p:cNvPr>
          <p:cNvSpPr>
            <a:spLocks noGrp="1"/>
          </p:cNvSpPr>
          <p:nvPr>
            <p:ph type="title"/>
          </p:nvPr>
        </p:nvSpPr>
        <p:spPr/>
        <p:txBody>
          <a:bodyPr/>
          <a:lstStyle/>
          <a:p>
            <a:r>
              <a:rPr lang="en-US" dirty="0"/>
              <a:t>See </a:t>
            </a:r>
            <a:r>
              <a:rPr lang="en-US" dirty="0" err="1"/>
              <a:t>github</a:t>
            </a:r>
            <a:r>
              <a:rPr lang="en-US" dirty="0"/>
              <a:t> repo</a:t>
            </a:r>
            <a:endParaRPr lang="de-DE" dirty="0"/>
          </a:p>
        </p:txBody>
      </p:sp>
      <p:sp>
        <p:nvSpPr>
          <p:cNvPr id="7" name="TextBox 6">
            <a:extLst>
              <a:ext uri="{FF2B5EF4-FFF2-40B4-BE49-F238E27FC236}">
                <a16:creationId xmlns:a16="http://schemas.microsoft.com/office/drawing/2014/main" id="{0E7BC283-E85A-9732-8832-04E52DEA0AD6}"/>
              </a:ext>
            </a:extLst>
          </p:cNvPr>
          <p:cNvSpPr txBox="1"/>
          <p:nvPr/>
        </p:nvSpPr>
        <p:spPr>
          <a:xfrm>
            <a:off x="2921496" y="2344864"/>
            <a:ext cx="8612458" cy="461665"/>
          </a:xfrm>
          <a:prstGeom prst="rect">
            <a:avLst/>
          </a:prstGeom>
          <a:noFill/>
        </p:spPr>
        <p:txBody>
          <a:bodyPr wrap="square">
            <a:spAutoFit/>
          </a:bodyPr>
          <a:lstStyle/>
          <a:p>
            <a:r>
              <a:rPr lang="en-US" sz="2400" dirty="0"/>
              <a:t>https://github.com/ddobric/semantic-kernel-training</a:t>
            </a:r>
          </a:p>
        </p:txBody>
      </p:sp>
      <p:sp>
        <p:nvSpPr>
          <p:cNvPr id="9" name="TextBox 8">
            <a:extLst>
              <a:ext uri="{FF2B5EF4-FFF2-40B4-BE49-F238E27FC236}">
                <a16:creationId xmlns:a16="http://schemas.microsoft.com/office/drawing/2014/main" id="{7016AA82-A657-6E24-FBBA-4297A5706CD7}"/>
              </a:ext>
            </a:extLst>
          </p:cNvPr>
          <p:cNvSpPr txBox="1"/>
          <p:nvPr/>
        </p:nvSpPr>
        <p:spPr>
          <a:xfrm>
            <a:off x="3588389" y="3331896"/>
            <a:ext cx="6094948" cy="523220"/>
          </a:xfrm>
          <a:prstGeom prst="rect">
            <a:avLst/>
          </a:prstGeom>
          <a:noFill/>
        </p:spPr>
        <p:txBody>
          <a:bodyPr wrap="square">
            <a:spAutoFit/>
          </a:bodyPr>
          <a:lstStyle/>
          <a:p>
            <a:r>
              <a:rPr lang="en-US" sz="2400" dirty="0"/>
              <a:t>https://tinyurl.com/</a:t>
            </a:r>
            <a:r>
              <a:rPr lang="en-US" sz="2800" b="1" dirty="0"/>
              <a:t>49tf9346</a:t>
            </a:r>
            <a:endParaRPr lang="en-US" sz="2400" b="1" dirty="0"/>
          </a:p>
        </p:txBody>
      </p:sp>
      <p:pic>
        <p:nvPicPr>
          <p:cNvPr id="11" name="Picture 10">
            <a:extLst>
              <a:ext uri="{FF2B5EF4-FFF2-40B4-BE49-F238E27FC236}">
                <a16:creationId xmlns:a16="http://schemas.microsoft.com/office/drawing/2014/main" id="{DF8C9EC9-A931-B565-FB4A-472C0E5ED594}"/>
              </a:ext>
            </a:extLst>
          </p:cNvPr>
          <p:cNvPicPr>
            <a:picLocks noChangeAspect="1"/>
          </p:cNvPicPr>
          <p:nvPr/>
        </p:nvPicPr>
        <p:blipFill>
          <a:blip r:embed="rId2"/>
          <a:stretch>
            <a:fillRect/>
          </a:stretch>
        </p:blipFill>
        <p:spPr>
          <a:xfrm>
            <a:off x="4783062" y="4535045"/>
            <a:ext cx="2220083" cy="2150705"/>
          </a:xfrm>
          <a:prstGeom prst="rect">
            <a:avLst/>
          </a:prstGeom>
        </p:spPr>
      </p:pic>
    </p:spTree>
    <p:extLst>
      <p:ext uri="{BB962C8B-B14F-4D97-AF65-F5344CB8AC3E}">
        <p14:creationId xmlns:p14="http://schemas.microsoft.com/office/powerpoint/2010/main" val="414564199"/>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22EF69-D368-46C6-AA2C-4DB43C159789}"/>
              </a:ext>
            </a:extLst>
          </p:cNvPr>
          <p:cNvSpPr>
            <a:spLocks noGrp="1"/>
          </p:cNvSpPr>
          <p:nvPr>
            <p:ph type="title"/>
          </p:nvPr>
        </p:nvSpPr>
        <p:spPr/>
        <p:txBody>
          <a:bodyPr/>
          <a:lstStyle/>
          <a:p>
            <a:endParaRPr lang="de-DE" dirty="0"/>
          </a:p>
        </p:txBody>
      </p:sp>
      <p:sp>
        <p:nvSpPr>
          <p:cNvPr id="3" name="Content Placeholder 2">
            <a:extLst>
              <a:ext uri="{FF2B5EF4-FFF2-40B4-BE49-F238E27FC236}">
                <a16:creationId xmlns:a16="http://schemas.microsoft.com/office/drawing/2014/main" id="{9DC75080-AE9C-475E-81DD-1C6E72EAA13F}"/>
              </a:ext>
            </a:extLst>
          </p:cNvPr>
          <p:cNvSpPr>
            <a:spLocks noGrp="1"/>
          </p:cNvSpPr>
          <p:nvPr>
            <p:ph sz="quarter" idx="10"/>
          </p:nvPr>
        </p:nvSpPr>
        <p:spPr>
          <a:xfrm>
            <a:off x="584200" y="1435100"/>
            <a:ext cx="11018838" cy="1465016"/>
          </a:xfrm>
        </p:spPr>
        <p:txBody>
          <a:bodyPr/>
          <a:lstStyle/>
          <a:p>
            <a:r>
              <a:rPr lang="en-US" dirty="0"/>
              <a:t>10:45</a:t>
            </a:r>
            <a:r>
              <a:rPr lang="de-DE" dirty="0"/>
              <a:t>-11:15</a:t>
            </a:r>
          </a:p>
          <a:p>
            <a:r>
              <a:rPr lang="de-DE" dirty="0"/>
              <a:t>13.00-14.00</a:t>
            </a:r>
          </a:p>
          <a:p>
            <a:r>
              <a:rPr lang="de-DE" dirty="0"/>
              <a:t>15:45-16:15</a:t>
            </a:r>
            <a:endParaRPr lang="en-US" dirty="0"/>
          </a:p>
        </p:txBody>
      </p:sp>
    </p:spTree>
    <p:extLst>
      <p:ext uri="{BB962C8B-B14F-4D97-AF65-F5344CB8AC3E}">
        <p14:creationId xmlns:p14="http://schemas.microsoft.com/office/powerpoint/2010/main" val="95628436"/>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57DE9A-D529-4F09-E5A6-4489272D3CFC}"/>
              </a:ext>
            </a:extLst>
          </p:cNvPr>
          <p:cNvSpPr>
            <a:spLocks noGrp="1"/>
          </p:cNvSpPr>
          <p:nvPr>
            <p:ph type="title"/>
          </p:nvPr>
        </p:nvSpPr>
        <p:spPr/>
        <p:txBody>
          <a:bodyPr/>
          <a:lstStyle/>
          <a:p>
            <a:r>
              <a:rPr lang="en-US"/>
              <a:t>AGENDA</a:t>
            </a:r>
            <a:endParaRPr lang="de-DE"/>
          </a:p>
        </p:txBody>
      </p:sp>
      <p:pic>
        <p:nvPicPr>
          <p:cNvPr id="4" name="Picture 3">
            <a:extLst>
              <a:ext uri="{FF2B5EF4-FFF2-40B4-BE49-F238E27FC236}">
                <a16:creationId xmlns:a16="http://schemas.microsoft.com/office/drawing/2014/main" id="{B774A76C-9706-7B2E-59A4-464E8B3015A8}"/>
              </a:ext>
            </a:extLst>
          </p:cNvPr>
          <p:cNvPicPr>
            <a:picLocks noChangeAspect="1"/>
          </p:cNvPicPr>
          <p:nvPr/>
        </p:nvPicPr>
        <p:blipFill>
          <a:blip r:embed="rId2"/>
          <a:stretch>
            <a:fillRect/>
          </a:stretch>
        </p:blipFill>
        <p:spPr>
          <a:xfrm>
            <a:off x="419099" y="1472167"/>
            <a:ext cx="9968223" cy="4153933"/>
          </a:xfrm>
          <a:prstGeom prst="rect">
            <a:avLst/>
          </a:prstGeom>
        </p:spPr>
      </p:pic>
    </p:spTree>
    <p:extLst>
      <p:ext uri="{BB962C8B-B14F-4D97-AF65-F5344CB8AC3E}">
        <p14:creationId xmlns:p14="http://schemas.microsoft.com/office/powerpoint/2010/main" val="4064871773"/>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4A05FA-C788-1530-33DC-33DD7381E5A2}"/>
              </a:ext>
            </a:extLst>
          </p:cNvPr>
          <p:cNvSpPr>
            <a:spLocks noGrp="1"/>
          </p:cNvSpPr>
          <p:nvPr>
            <p:ph type="title"/>
          </p:nvPr>
        </p:nvSpPr>
        <p:spPr/>
        <p:txBody>
          <a:bodyPr/>
          <a:lstStyle/>
          <a:p>
            <a:r>
              <a:rPr lang="en-US" dirty="0"/>
              <a:t>Diverse Services</a:t>
            </a:r>
            <a:endParaRPr lang="de-DE" dirty="0"/>
          </a:p>
        </p:txBody>
      </p:sp>
      <p:sp>
        <p:nvSpPr>
          <p:cNvPr id="4" name="Text Placeholder 2">
            <a:extLst>
              <a:ext uri="{FF2B5EF4-FFF2-40B4-BE49-F238E27FC236}">
                <a16:creationId xmlns:a16="http://schemas.microsoft.com/office/drawing/2014/main" id="{42CC7F8A-4766-F0BF-B472-669A78ACF1A0}"/>
              </a:ext>
            </a:extLst>
          </p:cNvPr>
          <p:cNvSpPr>
            <a:spLocks noGrp="1"/>
          </p:cNvSpPr>
          <p:nvPr>
            <p:ph sz="quarter" idx="10"/>
          </p:nvPr>
        </p:nvSpPr>
        <p:spPr>
          <a:xfrm>
            <a:off x="584200" y="1435100"/>
            <a:ext cx="11018838" cy="5096780"/>
          </a:xfrm>
        </p:spPr>
        <p:txBody>
          <a:bodyPr/>
          <a:lstStyle/>
          <a:p>
            <a:r>
              <a:rPr lang="en-US" u="sng" dirty="0"/>
              <a:t>Open AI</a:t>
            </a:r>
          </a:p>
          <a:p>
            <a:r>
              <a:rPr lang="en-US" sz="2000" dirty="0">
                <a:hlinkClick r:id="rId2"/>
              </a:rPr>
              <a:t>https://platform.</a:t>
            </a:r>
            <a:r>
              <a:rPr lang="en-US" sz="1800" dirty="0">
                <a:hlinkClick r:id="rId2"/>
              </a:rPr>
              <a:t>openai</a:t>
            </a:r>
            <a:r>
              <a:rPr lang="en-US" sz="2000" dirty="0">
                <a:hlinkClick r:id="rId2"/>
              </a:rPr>
              <a:t>.com/docs/models</a:t>
            </a:r>
            <a:endParaRPr lang="en-US" sz="2000" dirty="0"/>
          </a:p>
          <a:p>
            <a:r>
              <a:rPr lang="en-US" dirty="0">
                <a:hlinkClick r:id="rId3">
                  <a:extLst>
                    <a:ext uri="{A12FA001-AC4F-418D-AE19-62706E023703}">
                      <ahyp:hlinkClr xmlns:ahyp="http://schemas.microsoft.com/office/drawing/2018/hyperlinkcolor" val="tx"/>
                    </a:ext>
                  </a:extLst>
                </a:hlinkClick>
              </a:rPr>
              <a:t>Mistral</a:t>
            </a:r>
            <a:br>
              <a:rPr lang="en-US" sz="2000" dirty="0">
                <a:hlinkClick r:id="rId3"/>
              </a:rPr>
            </a:br>
            <a:r>
              <a:rPr lang="en-US" sz="2000" dirty="0">
                <a:hlinkClick r:id="rId3"/>
              </a:rPr>
              <a:t>AI Studio - Mistral AI</a:t>
            </a:r>
            <a:br>
              <a:rPr lang="en-US" sz="2000" dirty="0"/>
            </a:br>
            <a:br>
              <a:rPr lang="en-US" sz="2000" dirty="0"/>
            </a:br>
            <a:r>
              <a:rPr lang="en-US" u="sng" dirty="0"/>
              <a:t>Anthropic</a:t>
            </a:r>
          </a:p>
          <a:p>
            <a:r>
              <a:rPr lang="en-US" sz="2000" dirty="0">
                <a:hlinkClick r:id="rId4"/>
              </a:rPr>
              <a:t>Home \ Anthropic</a:t>
            </a:r>
            <a:br>
              <a:rPr lang="en-US" sz="2000" dirty="0"/>
            </a:br>
            <a:r>
              <a:rPr lang="en-US" sz="2000" dirty="0"/>
              <a:t> </a:t>
            </a:r>
            <a:br>
              <a:rPr lang="en-US" sz="2000" dirty="0"/>
            </a:br>
            <a:r>
              <a:rPr lang="en-US" sz="2000" u="sng" dirty="0"/>
              <a:t>GEMINI</a:t>
            </a:r>
            <a:br>
              <a:rPr lang="en-US" sz="2000" dirty="0"/>
            </a:br>
            <a:r>
              <a:rPr lang="en-US" sz="2000" dirty="0">
                <a:hlinkClick r:id="rId5"/>
              </a:rPr>
              <a:t>Google Gemini</a:t>
            </a:r>
            <a:br>
              <a:rPr lang="en-US" sz="2000" dirty="0"/>
            </a:br>
            <a:endParaRPr lang="en-US" sz="2000" dirty="0"/>
          </a:p>
          <a:p>
            <a:r>
              <a:rPr lang="en-US" u="sng" dirty="0"/>
              <a:t>Azure AI Foundry</a:t>
            </a:r>
            <a:br>
              <a:rPr lang="en-US" dirty="0"/>
            </a:br>
            <a:r>
              <a:rPr lang="en-US" sz="2000" dirty="0">
                <a:hlinkClick r:id="rId6"/>
              </a:rPr>
              <a:t>https://oai.azure.com/portal/****/models</a:t>
            </a:r>
            <a:br>
              <a:rPr lang="en-US" sz="2000" dirty="0"/>
            </a:br>
            <a:r>
              <a:rPr lang="en-US" sz="2000" dirty="0">
                <a:hlinkClick r:id="rId7"/>
              </a:rPr>
              <a:t>https://ai.azure.com/</a:t>
            </a:r>
            <a:r>
              <a:rPr lang="en-US" sz="2000" dirty="0"/>
              <a:t> </a:t>
            </a:r>
            <a:endParaRPr lang="en-DE" dirty="0"/>
          </a:p>
        </p:txBody>
      </p:sp>
    </p:spTree>
    <p:extLst>
      <p:ext uri="{BB962C8B-B14F-4D97-AF65-F5344CB8AC3E}">
        <p14:creationId xmlns:p14="http://schemas.microsoft.com/office/powerpoint/2010/main" val="4207820756"/>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5A6A367-F01A-5265-5D54-2A7BF0F5376C}"/>
              </a:ext>
            </a:extLst>
          </p:cNvPr>
          <p:cNvSpPr>
            <a:spLocks noGrp="1"/>
          </p:cNvSpPr>
          <p:nvPr>
            <p:ph type="title"/>
          </p:nvPr>
        </p:nvSpPr>
        <p:spPr>
          <a:xfrm>
            <a:off x="504295" y="1991310"/>
            <a:ext cx="6675120" cy="830997"/>
          </a:xfrm>
        </p:spPr>
        <p:txBody>
          <a:bodyPr/>
          <a:lstStyle/>
          <a:p>
            <a:r>
              <a:rPr lang="en-US" sz="6000" dirty="0"/>
              <a:t>TOKENS</a:t>
            </a:r>
            <a:endParaRPr lang="de-DE" dirty="0"/>
          </a:p>
        </p:txBody>
      </p:sp>
    </p:spTree>
    <p:extLst>
      <p:ext uri="{BB962C8B-B14F-4D97-AF65-F5344CB8AC3E}">
        <p14:creationId xmlns:p14="http://schemas.microsoft.com/office/powerpoint/2010/main" val="25403478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1F9EB5-AD57-264F-A96E-05A3F7185334}"/>
              </a:ext>
            </a:extLst>
          </p:cNvPr>
          <p:cNvSpPr>
            <a:spLocks noGrp="1"/>
          </p:cNvSpPr>
          <p:nvPr>
            <p:ph type="title"/>
          </p:nvPr>
        </p:nvSpPr>
        <p:spPr/>
        <p:txBody>
          <a:bodyPr/>
          <a:lstStyle/>
          <a:p>
            <a:r>
              <a:rPr lang="en-US" dirty="0"/>
              <a:t>What are tokens?</a:t>
            </a:r>
            <a:endParaRPr lang="de-DE" dirty="0"/>
          </a:p>
        </p:txBody>
      </p:sp>
      <p:pic>
        <p:nvPicPr>
          <p:cNvPr id="4" name="Picture 3">
            <a:extLst>
              <a:ext uri="{FF2B5EF4-FFF2-40B4-BE49-F238E27FC236}">
                <a16:creationId xmlns:a16="http://schemas.microsoft.com/office/drawing/2014/main" id="{1BB54464-B46C-A7D8-E0BD-DBB526986137}"/>
              </a:ext>
            </a:extLst>
          </p:cNvPr>
          <p:cNvPicPr>
            <a:picLocks noChangeAspect="1"/>
          </p:cNvPicPr>
          <p:nvPr/>
        </p:nvPicPr>
        <p:blipFill>
          <a:blip r:embed="rId2"/>
          <a:stretch>
            <a:fillRect/>
          </a:stretch>
        </p:blipFill>
        <p:spPr>
          <a:xfrm>
            <a:off x="492907" y="4970825"/>
            <a:ext cx="10269383" cy="1629002"/>
          </a:xfrm>
          <a:prstGeom prst="rect">
            <a:avLst/>
          </a:prstGeom>
        </p:spPr>
      </p:pic>
      <p:sp>
        <p:nvSpPr>
          <p:cNvPr id="5" name="Text Placeholder 2">
            <a:extLst>
              <a:ext uri="{FF2B5EF4-FFF2-40B4-BE49-F238E27FC236}">
                <a16:creationId xmlns:a16="http://schemas.microsoft.com/office/drawing/2014/main" id="{79239A0B-C8A3-1D31-862D-59B7855D229D}"/>
              </a:ext>
            </a:extLst>
          </p:cNvPr>
          <p:cNvSpPr txBox="1">
            <a:spLocks/>
          </p:cNvSpPr>
          <p:nvPr/>
        </p:nvSpPr>
        <p:spPr>
          <a:xfrm>
            <a:off x="433666" y="1416341"/>
            <a:ext cx="11642165" cy="4634006"/>
          </a:xfrm>
          <a:prstGeom prst="rect">
            <a:avLst/>
          </a:prstGeom>
        </p:spPr>
        <p:txBody>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Font typeface="Arial" panose="020B0604020202020204" pitchFamily="34" charset="0"/>
              <a:buChar char="•"/>
            </a:pPr>
            <a:r>
              <a:rPr lang="en-US" dirty="0">
                <a:latin typeface="var(--font-family-secondary)"/>
              </a:rPr>
              <a:t>1 token ~= 4 chars in English</a:t>
            </a:r>
          </a:p>
          <a:p>
            <a:pPr>
              <a:buFont typeface="Arial" panose="020B0604020202020204" pitchFamily="34" charset="0"/>
              <a:buChar char="•"/>
            </a:pPr>
            <a:r>
              <a:rPr lang="en-US" dirty="0">
                <a:latin typeface="var(--font-family-secondary)"/>
              </a:rPr>
              <a:t>1 token ~= ¾ words</a:t>
            </a:r>
          </a:p>
          <a:p>
            <a:pPr>
              <a:buFont typeface="Arial" panose="020B0604020202020204" pitchFamily="34" charset="0"/>
              <a:buChar char="•"/>
            </a:pPr>
            <a:r>
              <a:rPr lang="en-US" dirty="0">
                <a:latin typeface="var(--font-family-secondary)"/>
              </a:rPr>
              <a:t>100 tokens ~= 75 words</a:t>
            </a:r>
          </a:p>
          <a:p>
            <a:pPr>
              <a:buFont typeface="Arial" panose="020B0604020202020204" pitchFamily="34" charset="0"/>
              <a:buChar char="•"/>
            </a:pPr>
            <a:r>
              <a:rPr lang="en-US" dirty="0">
                <a:latin typeface="var(--font-family-secondary)"/>
              </a:rPr>
              <a:t>Byte Pare Encoding (Gage,1994): </a:t>
            </a:r>
            <a:r>
              <a:rPr lang="de-DE" dirty="0">
                <a:hlinkClick r:id="rId3"/>
              </a:rPr>
              <a:t>Wikipedia</a:t>
            </a:r>
            <a:endParaRPr lang="de-DE" dirty="0">
              <a:hlinkClick r:id="rId4"/>
            </a:endParaRPr>
          </a:p>
          <a:p>
            <a:r>
              <a:rPr lang="en-US" dirty="0">
                <a:latin typeface="var(--font-family-secondary)"/>
                <a:hlinkClick r:id="rId5">
                  <a:extLst>
                    <a:ext uri="{A12FA001-AC4F-418D-AE19-62706E023703}">
                      <ahyp:hlinkClr xmlns:ahyp="http://schemas.microsoft.com/office/drawing/2018/hyperlinkcolor" val="tx"/>
                    </a:ext>
                  </a:extLst>
                </a:hlinkClick>
              </a:rPr>
              <a:t>What are tokens and how to count them? </a:t>
            </a:r>
            <a:endParaRPr lang="en-US" dirty="0">
              <a:latin typeface="var(--font-family-secondary)"/>
            </a:endParaRPr>
          </a:p>
          <a:p>
            <a:r>
              <a:rPr lang="en-US" dirty="0">
                <a:latin typeface="var(--font-family-secondary)"/>
              </a:rPr>
              <a:t>Token Pricing: </a:t>
            </a:r>
            <a:r>
              <a:rPr lang="de-DE" dirty="0">
                <a:hlinkClick r:id="rId6"/>
              </a:rPr>
              <a:t>Pricing (openai.com)</a:t>
            </a:r>
            <a:endParaRPr lang="en-DE" dirty="0"/>
          </a:p>
          <a:p>
            <a:endParaRPr lang="en-US" dirty="0"/>
          </a:p>
        </p:txBody>
      </p:sp>
    </p:spTree>
    <p:extLst>
      <p:ext uri="{BB962C8B-B14F-4D97-AF65-F5344CB8AC3E}">
        <p14:creationId xmlns:p14="http://schemas.microsoft.com/office/powerpoint/2010/main" val="1405077631"/>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FD8B348-0830-B731-73C2-2DF392C8B0AA}"/>
              </a:ext>
            </a:extLst>
          </p:cNvPr>
          <p:cNvSpPr>
            <a:spLocks noGrp="1"/>
          </p:cNvSpPr>
          <p:nvPr>
            <p:ph type="title"/>
          </p:nvPr>
        </p:nvSpPr>
        <p:spPr/>
        <p:txBody>
          <a:bodyPr/>
          <a:lstStyle/>
          <a:p>
            <a:r>
              <a:rPr lang="en-US" dirty="0"/>
              <a:t>Working with Tokens</a:t>
            </a:r>
            <a:endParaRPr lang="de-DE" dirty="0"/>
          </a:p>
        </p:txBody>
      </p:sp>
      <p:sp>
        <p:nvSpPr>
          <p:cNvPr id="6" name="Text Placeholder 2">
            <a:extLst>
              <a:ext uri="{FF2B5EF4-FFF2-40B4-BE49-F238E27FC236}">
                <a16:creationId xmlns:a16="http://schemas.microsoft.com/office/drawing/2014/main" id="{96EBCC9B-B79E-7B09-C702-41DBBC4A180E}"/>
              </a:ext>
            </a:extLst>
          </p:cNvPr>
          <p:cNvSpPr>
            <a:spLocks noGrp="1"/>
          </p:cNvSpPr>
          <p:nvPr>
            <p:ph type="body" sz="quarter" idx="12"/>
          </p:nvPr>
        </p:nvSpPr>
        <p:spPr>
          <a:xfrm>
            <a:off x="585216" y="3914053"/>
            <a:ext cx="5118524" cy="1292662"/>
          </a:xfrm>
        </p:spPr>
        <p:txBody>
          <a:bodyPr/>
          <a:lstStyle/>
          <a:p>
            <a:pPr marL="285750" indent="-285750">
              <a:buFont typeface="Arial" panose="020B0604020202020204" pitchFamily="34" charset="0"/>
              <a:buChar char="•"/>
            </a:pPr>
            <a:r>
              <a:rPr lang="en-US" sz="2800" dirty="0"/>
              <a:t>Tokenizer</a:t>
            </a:r>
          </a:p>
          <a:p>
            <a:pPr marL="285750" indent="-285750">
              <a:buFont typeface="Arial" panose="020B0604020202020204" pitchFamily="34" charset="0"/>
              <a:buChar char="•"/>
            </a:pPr>
            <a:r>
              <a:rPr lang="en-US" sz="2800" dirty="0"/>
              <a:t>Creating tokens in C#</a:t>
            </a:r>
          </a:p>
        </p:txBody>
      </p:sp>
      <p:sp>
        <p:nvSpPr>
          <p:cNvPr id="7" name="TextBox 6">
            <a:extLst>
              <a:ext uri="{FF2B5EF4-FFF2-40B4-BE49-F238E27FC236}">
                <a16:creationId xmlns:a16="http://schemas.microsoft.com/office/drawing/2014/main" id="{8E3C2816-F8BE-C36D-74E9-117AF904F2A7}"/>
              </a:ext>
            </a:extLst>
          </p:cNvPr>
          <p:cNvSpPr txBox="1"/>
          <p:nvPr/>
        </p:nvSpPr>
        <p:spPr>
          <a:xfrm>
            <a:off x="517155" y="6100547"/>
            <a:ext cx="8668512" cy="363946"/>
          </a:xfrm>
          <a:prstGeom prst="rect">
            <a:avLst/>
          </a:prstGeom>
          <a:noFill/>
        </p:spPr>
        <p:txBody>
          <a:bodyPr wrap="square">
            <a:spAutoFit/>
          </a:bodyPr>
          <a:lstStyle/>
          <a:p>
            <a:r>
              <a:rPr lang="en-US" dirty="0">
                <a:solidFill>
                  <a:schemeClr val="bg1"/>
                </a:solidFill>
              </a:rPr>
              <a:t>.\src\SKTrainingSolution\</a:t>
            </a:r>
            <a:r>
              <a:rPr lang="en-US" dirty="0" err="1">
                <a:solidFill>
                  <a:schemeClr val="bg1"/>
                </a:solidFill>
              </a:rPr>
              <a:t>semantickernelsample</a:t>
            </a:r>
            <a:r>
              <a:rPr lang="en-US" dirty="0">
                <a:solidFill>
                  <a:schemeClr val="bg1"/>
                </a:solidFill>
              </a:rPr>
              <a:t>: </a:t>
            </a:r>
            <a:r>
              <a:rPr lang="en-US" dirty="0" err="1">
                <a:solidFill>
                  <a:schemeClr val="bg1"/>
                </a:solidFill>
              </a:rPr>
              <a:t>WorkingWithTokens</a:t>
            </a:r>
            <a:endParaRPr lang="en-US" dirty="0">
              <a:solidFill>
                <a:schemeClr val="bg1"/>
              </a:solidFill>
            </a:endParaRPr>
          </a:p>
        </p:txBody>
      </p:sp>
    </p:spTree>
    <p:extLst>
      <p:ext uri="{BB962C8B-B14F-4D97-AF65-F5344CB8AC3E}">
        <p14:creationId xmlns:p14="http://schemas.microsoft.com/office/powerpoint/2010/main" val="2490803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5C75F4-AD5A-CCA6-DB41-D8AD5EEC9764}"/>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FFDEA649-BD54-94B6-70D1-7917D9FF8CEA}"/>
              </a:ext>
            </a:extLst>
          </p:cNvPr>
          <p:cNvSpPr>
            <a:spLocks noGrp="1"/>
          </p:cNvSpPr>
          <p:nvPr>
            <p:ph type="title"/>
          </p:nvPr>
        </p:nvSpPr>
        <p:spPr>
          <a:xfrm>
            <a:off x="504295" y="1991310"/>
            <a:ext cx="6675120" cy="830997"/>
          </a:xfrm>
        </p:spPr>
        <p:txBody>
          <a:bodyPr/>
          <a:lstStyle/>
          <a:p>
            <a:r>
              <a:rPr lang="en-US" sz="6000" dirty="0"/>
              <a:t>EMBEDDINGS</a:t>
            </a:r>
            <a:endParaRPr lang="de-DE" dirty="0"/>
          </a:p>
        </p:txBody>
      </p:sp>
    </p:spTree>
    <p:extLst>
      <p:ext uri="{BB962C8B-B14F-4D97-AF65-F5344CB8AC3E}">
        <p14:creationId xmlns:p14="http://schemas.microsoft.com/office/powerpoint/2010/main" val="17388981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896368-1E25-C22F-3940-FDA448E9AB2F}"/>
              </a:ext>
            </a:extLst>
          </p:cNvPr>
          <p:cNvSpPr>
            <a:spLocks noGrp="1"/>
          </p:cNvSpPr>
          <p:nvPr>
            <p:ph type="title"/>
          </p:nvPr>
        </p:nvSpPr>
        <p:spPr/>
        <p:txBody>
          <a:bodyPr/>
          <a:lstStyle/>
          <a:p>
            <a:r>
              <a:rPr lang="en-US" dirty="0"/>
              <a:t>What is embedding Vector?</a:t>
            </a:r>
            <a:endParaRPr lang="de-DE" dirty="0"/>
          </a:p>
        </p:txBody>
      </p:sp>
      <p:pic>
        <p:nvPicPr>
          <p:cNvPr id="5" name="Content Placeholder 4">
            <a:extLst>
              <a:ext uri="{FF2B5EF4-FFF2-40B4-BE49-F238E27FC236}">
                <a16:creationId xmlns:a16="http://schemas.microsoft.com/office/drawing/2014/main" id="{46849201-44F7-B693-38EE-CF07FCC6CF07}"/>
              </a:ext>
            </a:extLst>
          </p:cNvPr>
          <p:cNvPicPr>
            <a:picLocks noGrp="1" noChangeAspect="1"/>
          </p:cNvPicPr>
          <p:nvPr>
            <p:ph sz="quarter" idx="10"/>
          </p:nvPr>
        </p:nvPicPr>
        <p:blipFill>
          <a:blip r:embed="rId2"/>
          <a:stretch>
            <a:fillRect/>
          </a:stretch>
        </p:blipFill>
        <p:spPr>
          <a:xfrm>
            <a:off x="584200" y="1797109"/>
            <a:ext cx="11018838" cy="4109920"/>
          </a:xfrm>
          <a:prstGeom prst="rect">
            <a:avLst/>
          </a:prstGeom>
        </p:spPr>
      </p:pic>
    </p:spTree>
    <p:extLst>
      <p:ext uri="{BB962C8B-B14F-4D97-AF65-F5344CB8AC3E}">
        <p14:creationId xmlns:p14="http://schemas.microsoft.com/office/powerpoint/2010/main" val="2363019867"/>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D2FCF3-98CC-A64B-E8F6-E7EE642193A6}"/>
            </a:ext>
          </a:extLst>
        </p:cNvPr>
        <p:cNvGrpSpPr/>
        <p:nvPr/>
      </p:nvGrpSpPr>
      <p:grpSpPr>
        <a:xfrm>
          <a:off x="0" y="0"/>
          <a:ext cx="0" cy="0"/>
          <a:chOff x="0" y="0"/>
          <a:chExt cx="0" cy="0"/>
        </a:xfrm>
      </p:grpSpPr>
      <p:sp>
        <p:nvSpPr>
          <p:cNvPr id="17" name="Title 16">
            <a:extLst>
              <a:ext uri="{FF2B5EF4-FFF2-40B4-BE49-F238E27FC236}">
                <a16:creationId xmlns:a16="http://schemas.microsoft.com/office/drawing/2014/main" id="{F6EED289-9C8C-AE49-34F8-2F8F87F7BB74}"/>
              </a:ext>
            </a:extLst>
          </p:cNvPr>
          <p:cNvSpPr>
            <a:spLocks noGrp="1"/>
          </p:cNvSpPr>
          <p:nvPr>
            <p:ph type="title"/>
          </p:nvPr>
        </p:nvSpPr>
        <p:spPr/>
        <p:txBody>
          <a:bodyPr/>
          <a:lstStyle/>
          <a:p>
            <a:r>
              <a:rPr lang="en-US" dirty="0"/>
              <a:t>Embedding Models</a:t>
            </a:r>
            <a:endParaRPr lang="de-DE" dirty="0"/>
          </a:p>
        </p:txBody>
      </p:sp>
      <p:cxnSp>
        <p:nvCxnSpPr>
          <p:cNvPr id="5" name="Straight Arrow Connector 4">
            <a:extLst>
              <a:ext uri="{FF2B5EF4-FFF2-40B4-BE49-F238E27FC236}">
                <a16:creationId xmlns:a16="http://schemas.microsoft.com/office/drawing/2014/main" id="{07E04CAC-9672-5E08-0718-1F98965B409F}"/>
              </a:ext>
            </a:extLst>
          </p:cNvPr>
          <p:cNvCxnSpPr>
            <a:cxnSpLocks/>
          </p:cNvCxnSpPr>
          <p:nvPr/>
        </p:nvCxnSpPr>
        <p:spPr>
          <a:xfrm flipV="1">
            <a:off x="5423264" y="1630043"/>
            <a:ext cx="0" cy="2749550"/>
          </a:xfrm>
          <a:prstGeom prst="straightConnector1">
            <a:avLst/>
          </a:prstGeom>
          <a:ln w="19050">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E698B67F-CDD3-3B5C-224A-DC4705B3C53F}"/>
              </a:ext>
            </a:extLst>
          </p:cNvPr>
          <p:cNvSpPr txBox="1"/>
          <p:nvPr/>
        </p:nvSpPr>
        <p:spPr>
          <a:xfrm>
            <a:off x="6133148" y="120269"/>
            <a:ext cx="3942361" cy="307777"/>
          </a:xfrm>
          <a:prstGeom prst="rect">
            <a:avLst/>
          </a:prstGeom>
          <a:noFill/>
        </p:spPr>
        <p:txBody>
          <a:bodyPr wrap="non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effectLst/>
                <a:uLnTx/>
                <a:uFillTx/>
                <a:latin typeface="Segoe UI"/>
                <a:ea typeface="+mn-ea"/>
                <a:cs typeface="+mn-cs"/>
              </a:rPr>
              <a:t>Guess, today is a nice day in Palma</a:t>
            </a:r>
            <a:endParaRPr kumimoji="0" lang="en-DE" sz="2000" b="0" i="0" u="none" strike="noStrike" kern="1200" cap="none" spc="0" normalizeH="0" baseline="0" noProof="0" dirty="0" err="1">
              <a:ln>
                <a:noFill/>
              </a:ln>
              <a:effectLst/>
              <a:uLnTx/>
              <a:uFillTx/>
              <a:latin typeface="Segoe UI"/>
              <a:ea typeface="+mn-ea"/>
              <a:cs typeface="+mn-cs"/>
            </a:endParaRPr>
          </a:p>
        </p:txBody>
      </p:sp>
      <p:cxnSp>
        <p:nvCxnSpPr>
          <p:cNvPr id="7" name="Straight Arrow Connector 6">
            <a:extLst>
              <a:ext uri="{FF2B5EF4-FFF2-40B4-BE49-F238E27FC236}">
                <a16:creationId xmlns:a16="http://schemas.microsoft.com/office/drawing/2014/main" id="{3FC957CC-7710-4724-6BD0-644B6A444AA8}"/>
              </a:ext>
            </a:extLst>
          </p:cNvPr>
          <p:cNvCxnSpPr>
            <a:cxnSpLocks/>
          </p:cNvCxnSpPr>
          <p:nvPr/>
        </p:nvCxnSpPr>
        <p:spPr>
          <a:xfrm>
            <a:off x="5000534" y="4023993"/>
            <a:ext cx="4171950" cy="0"/>
          </a:xfrm>
          <a:prstGeom prst="straightConnector1">
            <a:avLst/>
          </a:prstGeom>
          <a:ln w="19050">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4F925812-C185-C9AB-F5AD-89BCB6AEE767}"/>
              </a:ext>
            </a:extLst>
          </p:cNvPr>
          <p:cNvCxnSpPr>
            <a:cxnSpLocks/>
          </p:cNvCxnSpPr>
          <p:nvPr/>
        </p:nvCxnSpPr>
        <p:spPr>
          <a:xfrm flipH="1">
            <a:off x="3209834" y="3762087"/>
            <a:ext cx="2520950" cy="2014506"/>
          </a:xfrm>
          <a:prstGeom prst="straightConnector1">
            <a:avLst/>
          </a:prstGeom>
          <a:ln w="19050">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D80714E1-B4B2-BD72-335C-F7113C9C48D9}"/>
              </a:ext>
            </a:extLst>
          </p:cNvPr>
          <p:cNvSpPr txBox="1"/>
          <p:nvPr/>
        </p:nvSpPr>
        <p:spPr>
          <a:xfrm>
            <a:off x="2949064" y="1152487"/>
            <a:ext cx="3974165" cy="307777"/>
          </a:xfrm>
          <a:prstGeom prst="rect">
            <a:avLst/>
          </a:prstGeom>
          <a:noFill/>
        </p:spPr>
        <p:txBody>
          <a:bodyPr wrap="non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lang="en-US" sz="2000" dirty="0">
                <a:latin typeface="Segoe UI"/>
              </a:rPr>
              <a:t>Today is a typical German rainy day</a:t>
            </a:r>
            <a:endParaRPr lang="en-DE" sz="2000" dirty="0" err="1">
              <a:latin typeface="Segoe UI"/>
            </a:endParaRPr>
          </a:p>
        </p:txBody>
      </p:sp>
      <p:sp>
        <p:nvSpPr>
          <p:cNvPr id="10" name="TextBox 9">
            <a:extLst>
              <a:ext uri="{FF2B5EF4-FFF2-40B4-BE49-F238E27FC236}">
                <a16:creationId xmlns:a16="http://schemas.microsoft.com/office/drawing/2014/main" id="{C5AD6365-9D68-0024-10D8-974176D13B3E}"/>
              </a:ext>
            </a:extLst>
          </p:cNvPr>
          <p:cNvSpPr txBox="1"/>
          <p:nvPr/>
        </p:nvSpPr>
        <p:spPr>
          <a:xfrm>
            <a:off x="3575673" y="5387852"/>
            <a:ext cx="5015505" cy="1107996"/>
          </a:xfrm>
          <a:prstGeom prst="rect">
            <a:avLst/>
          </a:prstGeom>
          <a:noFill/>
        </p:spPr>
        <p:txBody>
          <a:bodyPr wrap="square" lIns="0" tIns="0" rIns="0" bIns="0" rtlCol="0">
            <a:spAutoFit/>
          </a:bodyPr>
          <a:lstStyle/>
          <a:p>
            <a:r>
              <a:rPr lang="en-US" sz="2400" dirty="0">
                <a:latin typeface="Segoe UI"/>
              </a:rPr>
              <a:t>Two things are infinite: the universe and human stupidity; and I'm not sure about the universe.</a:t>
            </a:r>
          </a:p>
        </p:txBody>
      </p:sp>
      <p:sp>
        <p:nvSpPr>
          <p:cNvPr id="11" name="Oval 10">
            <a:extLst>
              <a:ext uri="{FF2B5EF4-FFF2-40B4-BE49-F238E27FC236}">
                <a16:creationId xmlns:a16="http://schemas.microsoft.com/office/drawing/2014/main" id="{3CA8F317-0D46-5528-1E85-2F64C1470E2E}"/>
              </a:ext>
            </a:extLst>
          </p:cNvPr>
          <p:cNvSpPr/>
          <p:nvPr/>
        </p:nvSpPr>
        <p:spPr bwMode="auto">
          <a:xfrm>
            <a:off x="7893869" y="541733"/>
            <a:ext cx="210460" cy="228600"/>
          </a:xfrm>
          <a:prstGeom prst="ellipse">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DE" sz="2000" b="0" i="0" u="none" strike="noStrike" kern="1200" cap="none" spc="0" normalizeH="0" baseline="0" noProof="0" dirty="0" err="1">
              <a:ln>
                <a:noFill/>
              </a:ln>
              <a:solidFill>
                <a:schemeClr val="tx1"/>
              </a:solidFill>
              <a:effectLst/>
              <a:uLnTx/>
              <a:uFillTx/>
              <a:latin typeface="Segoe UI"/>
              <a:ea typeface="Segoe UI" pitchFamily="34" charset="0"/>
              <a:cs typeface="Segoe UI" pitchFamily="34" charset="0"/>
            </a:endParaRPr>
          </a:p>
        </p:txBody>
      </p:sp>
      <p:sp>
        <p:nvSpPr>
          <p:cNvPr id="12" name="Oval 11">
            <a:extLst>
              <a:ext uri="{FF2B5EF4-FFF2-40B4-BE49-F238E27FC236}">
                <a16:creationId xmlns:a16="http://schemas.microsoft.com/office/drawing/2014/main" id="{A0C7EBD9-AA87-568F-48C9-664AF2E72DB7}"/>
              </a:ext>
            </a:extLst>
          </p:cNvPr>
          <p:cNvSpPr/>
          <p:nvPr/>
        </p:nvSpPr>
        <p:spPr bwMode="auto">
          <a:xfrm>
            <a:off x="6988530" y="1156760"/>
            <a:ext cx="320671" cy="307767"/>
          </a:xfrm>
          <a:prstGeom prst="ellipse">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DE" sz="2000" b="0" i="0" u="none" strike="noStrike" kern="1200" cap="none" spc="0" normalizeH="0" baseline="0" noProof="0" dirty="0" err="1">
              <a:ln>
                <a:noFill/>
              </a:ln>
              <a:solidFill>
                <a:schemeClr val="tx1"/>
              </a:solidFill>
              <a:effectLst/>
              <a:uLnTx/>
              <a:uFillTx/>
              <a:latin typeface="Segoe UI"/>
              <a:ea typeface="Segoe UI" pitchFamily="34" charset="0"/>
              <a:cs typeface="Segoe UI" pitchFamily="34" charset="0"/>
            </a:endParaRPr>
          </a:p>
        </p:txBody>
      </p:sp>
      <p:sp>
        <p:nvSpPr>
          <p:cNvPr id="13" name="Oval 12">
            <a:extLst>
              <a:ext uri="{FF2B5EF4-FFF2-40B4-BE49-F238E27FC236}">
                <a16:creationId xmlns:a16="http://schemas.microsoft.com/office/drawing/2014/main" id="{5CEDC2D9-9D95-9959-C6AF-D70D44C47191}"/>
              </a:ext>
            </a:extLst>
          </p:cNvPr>
          <p:cNvSpPr/>
          <p:nvPr/>
        </p:nvSpPr>
        <p:spPr bwMode="auto">
          <a:xfrm>
            <a:off x="6712769" y="5062602"/>
            <a:ext cx="210460" cy="228600"/>
          </a:xfrm>
          <a:prstGeom prst="ellipse">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DE" sz="2000" b="0" i="0" u="none" strike="noStrike" kern="1200" cap="none" spc="0" normalizeH="0" baseline="0" noProof="0" dirty="0" err="1">
              <a:ln>
                <a:noFill/>
              </a:ln>
              <a:solidFill>
                <a:schemeClr val="tx1"/>
              </a:solidFill>
              <a:effectLst/>
              <a:uLnTx/>
              <a:uFillTx/>
              <a:latin typeface="Segoe UI"/>
              <a:ea typeface="Segoe UI" pitchFamily="34" charset="0"/>
              <a:cs typeface="Segoe UI" pitchFamily="34" charset="0"/>
            </a:endParaRPr>
          </a:p>
        </p:txBody>
      </p:sp>
      <p:cxnSp>
        <p:nvCxnSpPr>
          <p:cNvPr id="14" name="Straight Arrow Connector 13">
            <a:extLst>
              <a:ext uri="{FF2B5EF4-FFF2-40B4-BE49-F238E27FC236}">
                <a16:creationId xmlns:a16="http://schemas.microsoft.com/office/drawing/2014/main" id="{52A47BC6-6080-517F-AA76-B4CD4722BC93}"/>
              </a:ext>
            </a:extLst>
          </p:cNvPr>
          <p:cNvCxnSpPr>
            <a:cxnSpLocks/>
            <a:endCxn id="12" idx="3"/>
          </p:cNvCxnSpPr>
          <p:nvPr/>
        </p:nvCxnSpPr>
        <p:spPr>
          <a:xfrm flipV="1">
            <a:off x="5423262" y="1419456"/>
            <a:ext cx="1612229" cy="2604536"/>
          </a:xfrm>
          <a:prstGeom prst="straightConnector1">
            <a:avLst/>
          </a:prstGeom>
          <a:ln w="3175">
            <a:solidFill>
              <a:srgbClr val="8CE871"/>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53B08EAD-AA2F-FD7C-3DDE-837A62365043}"/>
              </a:ext>
            </a:extLst>
          </p:cNvPr>
          <p:cNvCxnSpPr>
            <a:cxnSpLocks/>
            <a:endCxn id="11" idx="3"/>
          </p:cNvCxnSpPr>
          <p:nvPr/>
        </p:nvCxnSpPr>
        <p:spPr>
          <a:xfrm flipV="1">
            <a:off x="5423263" y="736855"/>
            <a:ext cx="2501427" cy="3287138"/>
          </a:xfrm>
          <a:prstGeom prst="straightConnector1">
            <a:avLst/>
          </a:prstGeom>
          <a:ln w="3175">
            <a:solidFill>
              <a:srgbClr val="8CE871"/>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90AA90AC-10EC-0F4A-5FA8-D936DB996536}"/>
              </a:ext>
            </a:extLst>
          </p:cNvPr>
          <p:cNvCxnSpPr>
            <a:cxnSpLocks/>
            <a:endCxn id="13" idx="1"/>
          </p:cNvCxnSpPr>
          <p:nvPr/>
        </p:nvCxnSpPr>
        <p:spPr>
          <a:xfrm>
            <a:off x="5423263" y="4023993"/>
            <a:ext cx="1320327" cy="1072087"/>
          </a:xfrm>
          <a:prstGeom prst="straightConnector1">
            <a:avLst/>
          </a:prstGeom>
          <a:ln w="3175">
            <a:solidFill>
              <a:srgbClr val="8CE871"/>
            </a:solidFill>
            <a:headEnd type="none" w="lg" len="med"/>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274965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1000"/>
                                        <p:tgtEl>
                                          <p:spTgt spid="6"/>
                                        </p:tgtEl>
                                      </p:cBhvr>
                                    </p:animEffect>
                                    <p:anim calcmode="lin" valueType="num">
                                      <p:cBhvr>
                                        <p:cTn id="13" dur="1000" fill="hold"/>
                                        <p:tgtEl>
                                          <p:spTgt spid="6"/>
                                        </p:tgtEl>
                                        <p:attrNameLst>
                                          <p:attrName>ppt_x</p:attrName>
                                        </p:attrNameLst>
                                      </p:cBhvr>
                                      <p:tavLst>
                                        <p:tav tm="0">
                                          <p:val>
                                            <p:strVal val="#ppt_x"/>
                                          </p:val>
                                        </p:tav>
                                        <p:tav tm="100000">
                                          <p:val>
                                            <p:strVal val="#ppt_x"/>
                                          </p:val>
                                        </p:tav>
                                      </p:tavLst>
                                    </p:anim>
                                    <p:anim calcmode="lin" valueType="num">
                                      <p:cBhvr>
                                        <p:cTn id="14" dur="1000" fill="hold"/>
                                        <p:tgtEl>
                                          <p:spTgt spid="6"/>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1000"/>
                                        <p:tgtEl>
                                          <p:spTgt spid="10"/>
                                        </p:tgtEl>
                                      </p:cBhvr>
                                    </p:animEffect>
                                    <p:anim calcmode="lin" valueType="num">
                                      <p:cBhvr>
                                        <p:cTn id="18" dur="1000" fill="hold"/>
                                        <p:tgtEl>
                                          <p:spTgt spid="10"/>
                                        </p:tgtEl>
                                        <p:attrNameLst>
                                          <p:attrName>ppt_x</p:attrName>
                                        </p:attrNameLst>
                                      </p:cBhvr>
                                      <p:tavLst>
                                        <p:tav tm="0">
                                          <p:val>
                                            <p:strVal val="#ppt_x"/>
                                          </p:val>
                                        </p:tav>
                                        <p:tav tm="100000">
                                          <p:val>
                                            <p:strVal val="#ppt_x"/>
                                          </p:val>
                                        </p:tav>
                                      </p:tavLst>
                                    </p:anim>
                                    <p:anim calcmode="lin" valueType="num">
                                      <p:cBhvr>
                                        <p:cTn id="19"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nodeType="click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1000"/>
                                        <p:tgtEl>
                                          <p:spTgt spid="5"/>
                                        </p:tgtEl>
                                      </p:cBhvr>
                                    </p:animEffect>
                                    <p:anim calcmode="lin" valueType="num">
                                      <p:cBhvr>
                                        <p:cTn id="25" dur="1000" fill="hold"/>
                                        <p:tgtEl>
                                          <p:spTgt spid="5"/>
                                        </p:tgtEl>
                                        <p:attrNameLst>
                                          <p:attrName>ppt_x</p:attrName>
                                        </p:attrNameLst>
                                      </p:cBhvr>
                                      <p:tavLst>
                                        <p:tav tm="0">
                                          <p:val>
                                            <p:strVal val="#ppt_x"/>
                                          </p:val>
                                        </p:tav>
                                        <p:tav tm="100000">
                                          <p:val>
                                            <p:strVal val="#ppt_x"/>
                                          </p:val>
                                        </p:tav>
                                      </p:tavLst>
                                    </p:anim>
                                    <p:anim calcmode="lin" valueType="num">
                                      <p:cBhvr>
                                        <p:cTn id="26" dur="1000" fill="hold"/>
                                        <p:tgtEl>
                                          <p:spTgt spid="5"/>
                                        </p:tgtEl>
                                        <p:attrNameLst>
                                          <p:attrName>ppt_y</p:attrName>
                                        </p:attrNameLst>
                                      </p:cBhvr>
                                      <p:tavLst>
                                        <p:tav tm="0">
                                          <p:val>
                                            <p:strVal val="#ppt_y+.1"/>
                                          </p:val>
                                        </p:tav>
                                        <p:tav tm="100000">
                                          <p:val>
                                            <p:strVal val="#ppt_y"/>
                                          </p:val>
                                        </p:tav>
                                      </p:tavLst>
                                    </p:anim>
                                  </p:childTnLst>
                                </p:cTn>
                              </p:par>
                              <p:par>
                                <p:cTn id="27" presetID="42" presetClass="entr" presetSubtype="0" fill="hold" nodeType="with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fade">
                                      <p:cBhvr>
                                        <p:cTn id="29" dur="1000"/>
                                        <p:tgtEl>
                                          <p:spTgt spid="8"/>
                                        </p:tgtEl>
                                      </p:cBhvr>
                                    </p:animEffect>
                                    <p:anim calcmode="lin" valueType="num">
                                      <p:cBhvr>
                                        <p:cTn id="30" dur="1000" fill="hold"/>
                                        <p:tgtEl>
                                          <p:spTgt spid="8"/>
                                        </p:tgtEl>
                                        <p:attrNameLst>
                                          <p:attrName>ppt_x</p:attrName>
                                        </p:attrNameLst>
                                      </p:cBhvr>
                                      <p:tavLst>
                                        <p:tav tm="0">
                                          <p:val>
                                            <p:strVal val="#ppt_x"/>
                                          </p:val>
                                        </p:tav>
                                        <p:tav tm="100000">
                                          <p:val>
                                            <p:strVal val="#ppt_x"/>
                                          </p:val>
                                        </p:tav>
                                      </p:tavLst>
                                    </p:anim>
                                    <p:anim calcmode="lin" valueType="num">
                                      <p:cBhvr>
                                        <p:cTn id="31" dur="1000" fill="hold"/>
                                        <p:tgtEl>
                                          <p:spTgt spid="8"/>
                                        </p:tgtEl>
                                        <p:attrNameLst>
                                          <p:attrName>ppt_y</p:attrName>
                                        </p:attrNameLst>
                                      </p:cBhvr>
                                      <p:tavLst>
                                        <p:tav tm="0">
                                          <p:val>
                                            <p:strVal val="#ppt_y+.1"/>
                                          </p:val>
                                        </p:tav>
                                        <p:tav tm="100000">
                                          <p:val>
                                            <p:strVal val="#ppt_y"/>
                                          </p:val>
                                        </p:tav>
                                      </p:tavLst>
                                    </p:anim>
                                  </p:childTnLst>
                                </p:cTn>
                              </p:par>
                              <p:par>
                                <p:cTn id="32" presetID="42" presetClass="entr" presetSubtype="0" fill="hold" nodeType="withEffect">
                                  <p:stCondLst>
                                    <p:cond delay="0"/>
                                  </p:stCondLst>
                                  <p:childTnLst>
                                    <p:set>
                                      <p:cBhvr>
                                        <p:cTn id="33" dur="1" fill="hold">
                                          <p:stCondLst>
                                            <p:cond delay="0"/>
                                          </p:stCondLst>
                                        </p:cTn>
                                        <p:tgtEl>
                                          <p:spTgt spid="7"/>
                                        </p:tgtEl>
                                        <p:attrNameLst>
                                          <p:attrName>style.visibility</p:attrName>
                                        </p:attrNameLst>
                                      </p:cBhvr>
                                      <p:to>
                                        <p:strVal val="visible"/>
                                      </p:to>
                                    </p:set>
                                    <p:animEffect transition="in" filter="fade">
                                      <p:cBhvr>
                                        <p:cTn id="34" dur="1000"/>
                                        <p:tgtEl>
                                          <p:spTgt spid="7"/>
                                        </p:tgtEl>
                                      </p:cBhvr>
                                    </p:animEffect>
                                    <p:anim calcmode="lin" valueType="num">
                                      <p:cBhvr>
                                        <p:cTn id="35" dur="1000" fill="hold"/>
                                        <p:tgtEl>
                                          <p:spTgt spid="7"/>
                                        </p:tgtEl>
                                        <p:attrNameLst>
                                          <p:attrName>ppt_x</p:attrName>
                                        </p:attrNameLst>
                                      </p:cBhvr>
                                      <p:tavLst>
                                        <p:tav tm="0">
                                          <p:val>
                                            <p:strVal val="#ppt_x"/>
                                          </p:val>
                                        </p:tav>
                                        <p:tav tm="100000">
                                          <p:val>
                                            <p:strVal val="#ppt_x"/>
                                          </p:val>
                                        </p:tav>
                                      </p:tavLst>
                                    </p:anim>
                                    <p:anim calcmode="lin" valueType="num">
                                      <p:cBhvr>
                                        <p:cTn id="3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grpId="0" nodeType="clickEffect">
                                  <p:stCondLst>
                                    <p:cond delay="0"/>
                                  </p:stCondLst>
                                  <p:childTnLst>
                                    <p:set>
                                      <p:cBhvr>
                                        <p:cTn id="40" dur="1" fill="hold">
                                          <p:stCondLst>
                                            <p:cond delay="0"/>
                                          </p:stCondLst>
                                        </p:cTn>
                                        <p:tgtEl>
                                          <p:spTgt spid="12"/>
                                        </p:tgtEl>
                                        <p:attrNameLst>
                                          <p:attrName>style.visibility</p:attrName>
                                        </p:attrNameLst>
                                      </p:cBhvr>
                                      <p:to>
                                        <p:strVal val="visible"/>
                                      </p:to>
                                    </p:set>
                                    <p:anim calcmode="lin" valueType="num">
                                      <p:cBhvr additive="base">
                                        <p:cTn id="41" dur="500" fill="hold"/>
                                        <p:tgtEl>
                                          <p:spTgt spid="12"/>
                                        </p:tgtEl>
                                        <p:attrNameLst>
                                          <p:attrName>ppt_x</p:attrName>
                                        </p:attrNameLst>
                                      </p:cBhvr>
                                      <p:tavLst>
                                        <p:tav tm="0">
                                          <p:val>
                                            <p:strVal val="#ppt_x"/>
                                          </p:val>
                                        </p:tav>
                                        <p:tav tm="100000">
                                          <p:val>
                                            <p:strVal val="#ppt_x"/>
                                          </p:val>
                                        </p:tav>
                                      </p:tavLst>
                                    </p:anim>
                                    <p:anim calcmode="lin" valueType="num">
                                      <p:cBhvr additive="base">
                                        <p:cTn id="42" dur="500" fill="hold"/>
                                        <p:tgtEl>
                                          <p:spTgt spid="12"/>
                                        </p:tgtEl>
                                        <p:attrNameLst>
                                          <p:attrName>ppt_y</p:attrName>
                                        </p:attrNameLst>
                                      </p:cBhvr>
                                      <p:tavLst>
                                        <p:tav tm="0">
                                          <p:val>
                                            <p:strVal val="1+#ppt_h/2"/>
                                          </p:val>
                                        </p:tav>
                                        <p:tav tm="100000">
                                          <p:val>
                                            <p:strVal val="#ppt_y"/>
                                          </p:val>
                                        </p:tav>
                                      </p:tavLst>
                                    </p:anim>
                                  </p:childTnLst>
                                </p:cTn>
                              </p:par>
                              <p:par>
                                <p:cTn id="43" presetID="2" presetClass="entr" presetSubtype="4" fill="hold" grpId="0" nodeType="withEffect">
                                  <p:stCondLst>
                                    <p:cond delay="0"/>
                                  </p:stCondLst>
                                  <p:childTnLst>
                                    <p:set>
                                      <p:cBhvr>
                                        <p:cTn id="44" dur="1" fill="hold">
                                          <p:stCondLst>
                                            <p:cond delay="0"/>
                                          </p:stCondLst>
                                        </p:cTn>
                                        <p:tgtEl>
                                          <p:spTgt spid="11"/>
                                        </p:tgtEl>
                                        <p:attrNameLst>
                                          <p:attrName>style.visibility</p:attrName>
                                        </p:attrNameLst>
                                      </p:cBhvr>
                                      <p:to>
                                        <p:strVal val="visible"/>
                                      </p:to>
                                    </p:set>
                                    <p:anim calcmode="lin" valueType="num">
                                      <p:cBhvr additive="base">
                                        <p:cTn id="45" dur="500" fill="hold"/>
                                        <p:tgtEl>
                                          <p:spTgt spid="11"/>
                                        </p:tgtEl>
                                        <p:attrNameLst>
                                          <p:attrName>ppt_x</p:attrName>
                                        </p:attrNameLst>
                                      </p:cBhvr>
                                      <p:tavLst>
                                        <p:tav tm="0">
                                          <p:val>
                                            <p:strVal val="#ppt_x"/>
                                          </p:val>
                                        </p:tav>
                                        <p:tav tm="100000">
                                          <p:val>
                                            <p:strVal val="#ppt_x"/>
                                          </p:val>
                                        </p:tav>
                                      </p:tavLst>
                                    </p:anim>
                                    <p:anim calcmode="lin" valueType="num">
                                      <p:cBhvr additive="base">
                                        <p:cTn id="46" dur="500" fill="hold"/>
                                        <p:tgtEl>
                                          <p:spTgt spid="11"/>
                                        </p:tgtEl>
                                        <p:attrNameLst>
                                          <p:attrName>ppt_y</p:attrName>
                                        </p:attrNameLst>
                                      </p:cBhvr>
                                      <p:tavLst>
                                        <p:tav tm="0">
                                          <p:val>
                                            <p:strVal val="1+#ppt_h/2"/>
                                          </p:val>
                                        </p:tav>
                                        <p:tav tm="100000">
                                          <p:val>
                                            <p:strVal val="#ppt_y"/>
                                          </p:val>
                                        </p:tav>
                                      </p:tavLst>
                                    </p:anim>
                                  </p:childTnLst>
                                </p:cTn>
                              </p:par>
                              <p:par>
                                <p:cTn id="47" presetID="2" presetClass="entr" presetSubtype="4" fill="hold" grpId="0" nodeType="withEffect">
                                  <p:stCondLst>
                                    <p:cond delay="0"/>
                                  </p:stCondLst>
                                  <p:childTnLst>
                                    <p:set>
                                      <p:cBhvr>
                                        <p:cTn id="48" dur="1" fill="hold">
                                          <p:stCondLst>
                                            <p:cond delay="0"/>
                                          </p:stCondLst>
                                        </p:cTn>
                                        <p:tgtEl>
                                          <p:spTgt spid="13"/>
                                        </p:tgtEl>
                                        <p:attrNameLst>
                                          <p:attrName>style.visibility</p:attrName>
                                        </p:attrNameLst>
                                      </p:cBhvr>
                                      <p:to>
                                        <p:strVal val="visible"/>
                                      </p:to>
                                    </p:set>
                                    <p:anim calcmode="lin" valueType="num">
                                      <p:cBhvr additive="base">
                                        <p:cTn id="49" dur="500" fill="hold"/>
                                        <p:tgtEl>
                                          <p:spTgt spid="13"/>
                                        </p:tgtEl>
                                        <p:attrNameLst>
                                          <p:attrName>ppt_x</p:attrName>
                                        </p:attrNameLst>
                                      </p:cBhvr>
                                      <p:tavLst>
                                        <p:tav tm="0">
                                          <p:val>
                                            <p:strVal val="#ppt_x"/>
                                          </p:val>
                                        </p:tav>
                                        <p:tav tm="100000">
                                          <p:val>
                                            <p:strVal val="#ppt_x"/>
                                          </p:val>
                                        </p:tav>
                                      </p:tavLst>
                                    </p:anim>
                                    <p:anim calcmode="lin" valueType="num">
                                      <p:cBhvr additive="base">
                                        <p:cTn id="50" dur="500" fill="hold"/>
                                        <p:tgtEl>
                                          <p:spTgt spid="13"/>
                                        </p:tgtEl>
                                        <p:attrNameLst>
                                          <p:attrName>ppt_y</p:attrName>
                                        </p:attrNameLst>
                                      </p:cBhvr>
                                      <p:tavLst>
                                        <p:tav tm="0">
                                          <p:val>
                                            <p:strVal val="1+#ppt_h/2"/>
                                          </p:val>
                                        </p:tav>
                                        <p:tav tm="100000">
                                          <p:val>
                                            <p:strVal val="#ppt_y"/>
                                          </p:val>
                                        </p:tav>
                                      </p:tavLst>
                                    </p:anim>
                                  </p:childTnLst>
                                </p:cTn>
                              </p:par>
                            </p:childTnLst>
                          </p:cTn>
                        </p:par>
                        <p:par>
                          <p:cTn id="51" fill="hold">
                            <p:stCondLst>
                              <p:cond delay="500"/>
                            </p:stCondLst>
                            <p:childTnLst>
                              <p:par>
                                <p:cTn id="52" presetID="42" presetClass="entr" presetSubtype="0" fill="hold" nodeType="afterEffect">
                                  <p:stCondLst>
                                    <p:cond delay="0"/>
                                  </p:stCondLst>
                                  <p:childTnLst>
                                    <p:set>
                                      <p:cBhvr>
                                        <p:cTn id="53" dur="1" fill="hold">
                                          <p:stCondLst>
                                            <p:cond delay="0"/>
                                          </p:stCondLst>
                                        </p:cTn>
                                        <p:tgtEl>
                                          <p:spTgt spid="14"/>
                                        </p:tgtEl>
                                        <p:attrNameLst>
                                          <p:attrName>style.visibility</p:attrName>
                                        </p:attrNameLst>
                                      </p:cBhvr>
                                      <p:to>
                                        <p:strVal val="visible"/>
                                      </p:to>
                                    </p:set>
                                    <p:animEffect transition="in" filter="fade">
                                      <p:cBhvr>
                                        <p:cTn id="54" dur="1000"/>
                                        <p:tgtEl>
                                          <p:spTgt spid="14"/>
                                        </p:tgtEl>
                                      </p:cBhvr>
                                    </p:animEffect>
                                    <p:anim calcmode="lin" valueType="num">
                                      <p:cBhvr>
                                        <p:cTn id="55" dur="1000" fill="hold"/>
                                        <p:tgtEl>
                                          <p:spTgt spid="14"/>
                                        </p:tgtEl>
                                        <p:attrNameLst>
                                          <p:attrName>ppt_x</p:attrName>
                                        </p:attrNameLst>
                                      </p:cBhvr>
                                      <p:tavLst>
                                        <p:tav tm="0">
                                          <p:val>
                                            <p:strVal val="#ppt_x"/>
                                          </p:val>
                                        </p:tav>
                                        <p:tav tm="100000">
                                          <p:val>
                                            <p:strVal val="#ppt_x"/>
                                          </p:val>
                                        </p:tav>
                                      </p:tavLst>
                                    </p:anim>
                                    <p:anim calcmode="lin" valueType="num">
                                      <p:cBhvr>
                                        <p:cTn id="56" dur="1000" fill="hold"/>
                                        <p:tgtEl>
                                          <p:spTgt spid="14"/>
                                        </p:tgtEl>
                                        <p:attrNameLst>
                                          <p:attrName>ppt_y</p:attrName>
                                        </p:attrNameLst>
                                      </p:cBhvr>
                                      <p:tavLst>
                                        <p:tav tm="0">
                                          <p:val>
                                            <p:strVal val="#ppt_y+.1"/>
                                          </p:val>
                                        </p:tav>
                                        <p:tav tm="100000">
                                          <p:val>
                                            <p:strVal val="#ppt_y"/>
                                          </p:val>
                                        </p:tav>
                                      </p:tavLst>
                                    </p:anim>
                                  </p:childTnLst>
                                </p:cTn>
                              </p:par>
                            </p:childTnLst>
                          </p:cTn>
                        </p:par>
                        <p:par>
                          <p:cTn id="57" fill="hold">
                            <p:stCondLst>
                              <p:cond delay="1500"/>
                            </p:stCondLst>
                            <p:childTnLst>
                              <p:par>
                                <p:cTn id="58" presetID="42" presetClass="entr" presetSubtype="0" fill="hold" nodeType="afterEffect">
                                  <p:stCondLst>
                                    <p:cond delay="0"/>
                                  </p:stCondLst>
                                  <p:childTnLst>
                                    <p:set>
                                      <p:cBhvr>
                                        <p:cTn id="59" dur="1" fill="hold">
                                          <p:stCondLst>
                                            <p:cond delay="0"/>
                                          </p:stCondLst>
                                        </p:cTn>
                                        <p:tgtEl>
                                          <p:spTgt spid="15"/>
                                        </p:tgtEl>
                                        <p:attrNameLst>
                                          <p:attrName>style.visibility</p:attrName>
                                        </p:attrNameLst>
                                      </p:cBhvr>
                                      <p:to>
                                        <p:strVal val="visible"/>
                                      </p:to>
                                    </p:set>
                                    <p:animEffect transition="in" filter="fade">
                                      <p:cBhvr>
                                        <p:cTn id="60" dur="1000"/>
                                        <p:tgtEl>
                                          <p:spTgt spid="15"/>
                                        </p:tgtEl>
                                      </p:cBhvr>
                                    </p:animEffect>
                                    <p:anim calcmode="lin" valueType="num">
                                      <p:cBhvr>
                                        <p:cTn id="61" dur="1000" fill="hold"/>
                                        <p:tgtEl>
                                          <p:spTgt spid="15"/>
                                        </p:tgtEl>
                                        <p:attrNameLst>
                                          <p:attrName>ppt_x</p:attrName>
                                        </p:attrNameLst>
                                      </p:cBhvr>
                                      <p:tavLst>
                                        <p:tav tm="0">
                                          <p:val>
                                            <p:strVal val="#ppt_x"/>
                                          </p:val>
                                        </p:tav>
                                        <p:tav tm="100000">
                                          <p:val>
                                            <p:strVal val="#ppt_x"/>
                                          </p:val>
                                        </p:tav>
                                      </p:tavLst>
                                    </p:anim>
                                    <p:anim calcmode="lin" valueType="num">
                                      <p:cBhvr>
                                        <p:cTn id="62" dur="1000" fill="hold"/>
                                        <p:tgtEl>
                                          <p:spTgt spid="15"/>
                                        </p:tgtEl>
                                        <p:attrNameLst>
                                          <p:attrName>ppt_y</p:attrName>
                                        </p:attrNameLst>
                                      </p:cBhvr>
                                      <p:tavLst>
                                        <p:tav tm="0">
                                          <p:val>
                                            <p:strVal val="#ppt_y+.1"/>
                                          </p:val>
                                        </p:tav>
                                        <p:tav tm="100000">
                                          <p:val>
                                            <p:strVal val="#ppt_y"/>
                                          </p:val>
                                        </p:tav>
                                      </p:tavLst>
                                    </p:anim>
                                  </p:childTnLst>
                                </p:cTn>
                              </p:par>
                            </p:childTnLst>
                          </p:cTn>
                        </p:par>
                        <p:par>
                          <p:cTn id="63" fill="hold">
                            <p:stCondLst>
                              <p:cond delay="2500"/>
                            </p:stCondLst>
                            <p:childTnLst>
                              <p:par>
                                <p:cTn id="64" presetID="42" presetClass="entr" presetSubtype="0" fill="hold" nodeType="afterEffect">
                                  <p:stCondLst>
                                    <p:cond delay="0"/>
                                  </p:stCondLst>
                                  <p:childTnLst>
                                    <p:set>
                                      <p:cBhvr>
                                        <p:cTn id="65" dur="1" fill="hold">
                                          <p:stCondLst>
                                            <p:cond delay="0"/>
                                          </p:stCondLst>
                                        </p:cTn>
                                        <p:tgtEl>
                                          <p:spTgt spid="16"/>
                                        </p:tgtEl>
                                        <p:attrNameLst>
                                          <p:attrName>style.visibility</p:attrName>
                                        </p:attrNameLst>
                                      </p:cBhvr>
                                      <p:to>
                                        <p:strVal val="visible"/>
                                      </p:to>
                                    </p:set>
                                    <p:animEffect transition="in" filter="fade">
                                      <p:cBhvr>
                                        <p:cTn id="66" dur="1000"/>
                                        <p:tgtEl>
                                          <p:spTgt spid="16"/>
                                        </p:tgtEl>
                                      </p:cBhvr>
                                    </p:animEffect>
                                    <p:anim calcmode="lin" valueType="num">
                                      <p:cBhvr>
                                        <p:cTn id="67" dur="1000" fill="hold"/>
                                        <p:tgtEl>
                                          <p:spTgt spid="16"/>
                                        </p:tgtEl>
                                        <p:attrNameLst>
                                          <p:attrName>ppt_x</p:attrName>
                                        </p:attrNameLst>
                                      </p:cBhvr>
                                      <p:tavLst>
                                        <p:tav tm="0">
                                          <p:val>
                                            <p:strVal val="#ppt_x"/>
                                          </p:val>
                                        </p:tav>
                                        <p:tav tm="100000">
                                          <p:val>
                                            <p:strVal val="#ppt_x"/>
                                          </p:val>
                                        </p:tav>
                                      </p:tavLst>
                                    </p:anim>
                                    <p:anim calcmode="lin" valueType="num">
                                      <p:cBhvr>
                                        <p:cTn id="68"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9" grpId="0"/>
      <p:bldP spid="10" grpId="0"/>
      <p:bldP spid="11" grpId="0" animBg="1"/>
      <p:bldP spid="12" grpId="0" animBg="1"/>
      <p:bldP spid="13"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4E331C-40DD-1515-1724-FA859546F178}"/>
            </a:ext>
          </a:extLst>
        </p:cNvPr>
        <p:cNvGrpSpPr/>
        <p:nvPr/>
      </p:nvGrpSpPr>
      <p:grpSpPr>
        <a:xfrm>
          <a:off x="0" y="0"/>
          <a:ext cx="0" cy="0"/>
          <a:chOff x="0" y="0"/>
          <a:chExt cx="0" cy="0"/>
        </a:xfrm>
      </p:grpSpPr>
      <p:sp>
        <p:nvSpPr>
          <p:cNvPr id="17" name="Title 16">
            <a:extLst>
              <a:ext uri="{FF2B5EF4-FFF2-40B4-BE49-F238E27FC236}">
                <a16:creationId xmlns:a16="http://schemas.microsoft.com/office/drawing/2014/main" id="{EED9A456-4ADB-5A70-BEFB-4CA3ED5917F7}"/>
              </a:ext>
            </a:extLst>
          </p:cNvPr>
          <p:cNvSpPr>
            <a:spLocks noGrp="1"/>
          </p:cNvSpPr>
          <p:nvPr>
            <p:ph type="title"/>
          </p:nvPr>
        </p:nvSpPr>
        <p:spPr/>
        <p:txBody>
          <a:bodyPr/>
          <a:lstStyle/>
          <a:p>
            <a:r>
              <a:rPr lang="en-US" dirty="0"/>
              <a:t>Embedding Models</a:t>
            </a:r>
            <a:endParaRPr lang="de-DE" dirty="0"/>
          </a:p>
        </p:txBody>
      </p:sp>
      <p:pic>
        <p:nvPicPr>
          <p:cNvPr id="4" name="Picture 3">
            <a:extLst>
              <a:ext uri="{FF2B5EF4-FFF2-40B4-BE49-F238E27FC236}">
                <a16:creationId xmlns:a16="http://schemas.microsoft.com/office/drawing/2014/main" id="{8DB79CD3-FE37-2928-57B6-266C399D40BA}"/>
              </a:ext>
            </a:extLst>
          </p:cNvPr>
          <p:cNvPicPr>
            <a:picLocks noChangeAspect="1"/>
          </p:cNvPicPr>
          <p:nvPr/>
        </p:nvPicPr>
        <p:blipFill>
          <a:blip r:embed="rId2"/>
          <a:stretch>
            <a:fillRect/>
          </a:stretch>
        </p:blipFill>
        <p:spPr>
          <a:xfrm>
            <a:off x="2501739" y="1822448"/>
            <a:ext cx="7188521" cy="4021004"/>
          </a:xfrm>
          <a:prstGeom prst="rect">
            <a:avLst/>
          </a:prstGeom>
        </p:spPr>
      </p:pic>
    </p:spTree>
    <p:extLst>
      <p:ext uri="{BB962C8B-B14F-4D97-AF65-F5344CB8AC3E}">
        <p14:creationId xmlns:p14="http://schemas.microsoft.com/office/powerpoint/2010/main" val="241069427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8B874F-6902-BD3D-5E7D-813355E68B2A}"/>
              </a:ext>
            </a:extLst>
          </p:cNvPr>
          <p:cNvSpPr>
            <a:spLocks noGrp="1"/>
          </p:cNvSpPr>
          <p:nvPr>
            <p:ph type="title"/>
          </p:nvPr>
        </p:nvSpPr>
        <p:spPr/>
        <p:txBody>
          <a:bodyPr/>
          <a:lstStyle/>
          <a:p>
            <a:r>
              <a:rPr lang="en-US" dirty="0"/>
              <a:t>The Cosine Similarity</a:t>
            </a:r>
            <a:endParaRPr lang="de-DE" dirty="0"/>
          </a:p>
        </p:txBody>
      </p:sp>
      <p:sp>
        <p:nvSpPr>
          <p:cNvPr id="4" name="Rectangle 3">
            <a:extLst>
              <a:ext uri="{FF2B5EF4-FFF2-40B4-BE49-F238E27FC236}">
                <a16:creationId xmlns:a16="http://schemas.microsoft.com/office/drawing/2014/main" id="{3FD50AC7-BE82-AC0F-CDD7-BEE8D400E810}"/>
              </a:ext>
            </a:extLst>
          </p:cNvPr>
          <p:cNvSpPr/>
          <p:nvPr/>
        </p:nvSpPr>
        <p:spPr bwMode="auto">
          <a:xfrm>
            <a:off x="3918705" y="1652213"/>
            <a:ext cx="6490252" cy="4189344"/>
          </a:xfrm>
          <a:prstGeom prst="rect">
            <a:avLst/>
          </a:prstGeom>
          <a:solidFill>
            <a:schemeClr val="tx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DE" sz="2000" dirty="0" err="1">
              <a:solidFill>
                <a:schemeClr val="bg1"/>
              </a:solidFill>
              <a:ea typeface="Segoe UI" pitchFamily="34" charset="0"/>
              <a:cs typeface="Segoe UI" pitchFamily="34" charset="0"/>
            </a:endParaRPr>
          </a:p>
        </p:txBody>
      </p:sp>
      <p:pic>
        <p:nvPicPr>
          <p:cNvPr id="5" name="Picture 4">
            <a:extLst>
              <a:ext uri="{FF2B5EF4-FFF2-40B4-BE49-F238E27FC236}">
                <a16:creationId xmlns:a16="http://schemas.microsoft.com/office/drawing/2014/main" id="{510CFFC1-3BCB-E8C7-388C-26B63CDBA799}"/>
              </a:ext>
            </a:extLst>
          </p:cNvPr>
          <p:cNvPicPr>
            <a:picLocks noChangeAspect="1"/>
          </p:cNvPicPr>
          <p:nvPr/>
        </p:nvPicPr>
        <p:blipFill>
          <a:blip r:embed="rId2"/>
          <a:stretch>
            <a:fillRect/>
          </a:stretch>
        </p:blipFill>
        <p:spPr>
          <a:xfrm>
            <a:off x="4379051" y="1915130"/>
            <a:ext cx="5569560" cy="636272"/>
          </a:xfrm>
          <a:prstGeom prst="rect">
            <a:avLst/>
          </a:prstGeom>
        </p:spPr>
      </p:pic>
      <p:pic>
        <p:nvPicPr>
          <p:cNvPr id="6" name="Picture 5">
            <a:extLst>
              <a:ext uri="{FF2B5EF4-FFF2-40B4-BE49-F238E27FC236}">
                <a16:creationId xmlns:a16="http://schemas.microsoft.com/office/drawing/2014/main" id="{8393F439-BEB3-E873-53DB-4F392A38A93A}"/>
              </a:ext>
            </a:extLst>
          </p:cNvPr>
          <p:cNvPicPr>
            <a:picLocks noChangeAspect="1"/>
          </p:cNvPicPr>
          <p:nvPr/>
        </p:nvPicPr>
        <p:blipFill>
          <a:blip r:embed="rId3"/>
          <a:stretch>
            <a:fillRect/>
          </a:stretch>
        </p:blipFill>
        <p:spPr>
          <a:xfrm>
            <a:off x="4969119" y="3220954"/>
            <a:ext cx="4232298" cy="1051863"/>
          </a:xfrm>
          <a:prstGeom prst="rect">
            <a:avLst/>
          </a:prstGeom>
        </p:spPr>
      </p:pic>
      <p:sp>
        <p:nvSpPr>
          <p:cNvPr id="7" name="Content Placeholder 10">
            <a:extLst>
              <a:ext uri="{FF2B5EF4-FFF2-40B4-BE49-F238E27FC236}">
                <a16:creationId xmlns:a16="http://schemas.microsoft.com/office/drawing/2014/main" id="{D96A5C8C-C726-FB37-F7B3-85374BFA42E0}"/>
              </a:ext>
            </a:extLst>
          </p:cNvPr>
          <p:cNvSpPr txBox="1">
            <a:spLocks/>
          </p:cNvSpPr>
          <p:nvPr/>
        </p:nvSpPr>
        <p:spPr>
          <a:xfrm>
            <a:off x="274917" y="1438088"/>
            <a:ext cx="2990087" cy="4050340"/>
          </a:xfrm>
          <a:prstGeom prst="rect">
            <a:avLst/>
          </a:prstGeom>
        </p:spPr>
        <p:txBody>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endParaRPr lang="de-DE" dirty="0"/>
          </a:p>
          <a:p>
            <a:r>
              <a:rPr lang="de-DE" dirty="0"/>
              <a:t>Dot Product</a:t>
            </a:r>
          </a:p>
          <a:p>
            <a:endParaRPr lang="de-DE" dirty="0"/>
          </a:p>
          <a:p>
            <a:endParaRPr lang="de-DE" dirty="0"/>
          </a:p>
          <a:p>
            <a:r>
              <a:rPr lang="de-DE" dirty="0"/>
              <a:t>The Norm</a:t>
            </a:r>
          </a:p>
          <a:p>
            <a:pPr marL="0" indent="0">
              <a:buNone/>
            </a:pPr>
            <a:br>
              <a:rPr lang="de-DE" dirty="0"/>
            </a:br>
            <a:endParaRPr lang="de-DE" dirty="0"/>
          </a:p>
          <a:p>
            <a:r>
              <a:rPr lang="de-DE" dirty="0" err="1"/>
              <a:t>Cosine</a:t>
            </a:r>
            <a:r>
              <a:rPr lang="de-DE" dirty="0"/>
              <a:t> </a:t>
            </a:r>
            <a:r>
              <a:rPr lang="de-DE" dirty="0" err="1"/>
              <a:t>Similarity</a:t>
            </a:r>
            <a:endParaRPr lang="en-DE" dirty="0"/>
          </a:p>
        </p:txBody>
      </p:sp>
      <p:pic>
        <p:nvPicPr>
          <p:cNvPr id="8" name="Picture 7">
            <a:extLst>
              <a:ext uri="{FF2B5EF4-FFF2-40B4-BE49-F238E27FC236}">
                <a16:creationId xmlns:a16="http://schemas.microsoft.com/office/drawing/2014/main" id="{9145BD78-DA22-6A1F-7E29-59558544B2F5}"/>
              </a:ext>
            </a:extLst>
          </p:cNvPr>
          <p:cNvPicPr>
            <a:picLocks noChangeAspect="1"/>
          </p:cNvPicPr>
          <p:nvPr/>
        </p:nvPicPr>
        <p:blipFill>
          <a:blip r:embed="rId4"/>
          <a:stretch>
            <a:fillRect/>
          </a:stretch>
        </p:blipFill>
        <p:spPr>
          <a:xfrm>
            <a:off x="5496567" y="5016671"/>
            <a:ext cx="3248897" cy="471757"/>
          </a:xfrm>
          <a:prstGeom prst="rect">
            <a:avLst/>
          </a:prstGeom>
        </p:spPr>
      </p:pic>
    </p:spTree>
    <p:extLst>
      <p:ext uri="{BB962C8B-B14F-4D97-AF65-F5344CB8AC3E}">
        <p14:creationId xmlns:p14="http://schemas.microsoft.com/office/powerpoint/2010/main" val="4151130034"/>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7B83377-BA07-9BF9-0065-58E70BC4D943}"/>
              </a:ext>
            </a:extLst>
          </p:cNvPr>
          <p:cNvSpPr>
            <a:spLocks noGrp="1"/>
          </p:cNvSpPr>
          <p:nvPr>
            <p:ph type="title"/>
          </p:nvPr>
        </p:nvSpPr>
        <p:spPr>
          <a:xfrm>
            <a:off x="920855" y="2065530"/>
            <a:ext cx="6400800" cy="553998"/>
          </a:xfrm>
        </p:spPr>
        <p:txBody>
          <a:bodyPr/>
          <a:lstStyle/>
          <a:p>
            <a:r>
              <a:rPr lang="en-US" dirty="0"/>
              <a:t>DEMO</a:t>
            </a:r>
            <a:endParaRPr lang="de-DE" dirty="0"/>
          </a:p>
        </p:txBody>
      </p:sp>
      <p:sp>
        <p:nvSpPr>
          <p:cNvPr id="6" name="Text Placeholder 2">
            <a:extLst>
              <a:ext uri="{FF2B5EF4-FFF2-40B4-BE49-F238E27FC236}">
                <a16:creationId xmlns:a16="http://schemas.microsoft.com/office/drawing/2014/main" id="{780F1D3F-AF2B-295D-D1DB-37B524AB5A76}"/>
              </a:ext>
            </a:extLst>
          </p:cNvPr>
          <p:cNvSpPr txBox="1">
            <a:spLocks/>
          </p:cNvSpPr>
          <p:nvPr/>
        </p:nvSpPr>
        <p:spPr>
          <a:xfrm>
            <a:off x="700864" y="2946738"/>
            <a:ext cx="8047703" cy="2154436"/>
          </a:xfrm>
          <a:prstGeom prst="rect">
            <a:avLst/>
          </a:prstGeom>
          <a:noFill/>
        </p:spPr>
        <p:txBody>
          <a:bodyPr vert="horz" wrap="square" lIns="0" tIns="0" rIns="0" bIns="0" rtlCol="0">
            <a:spAutoFit/>
          </a:bodyPr>
          <a:lstStyle>
            <a:lvl1pPr marL="0" marR="0" indent="0" algn="l" defTabSz="932742" rtl="0" eaLnBrk="1" fontAlgn="auto" latinLnBrk="0" hangingPunct="1">
              <a:lnSpc>
                <a:spcPct val="100000"/>
              </a:lnSpc>
              <a:spcBef>
                <a:spcPts val="0"/>
              </a:spcBef>
              <a:spcAft>
                <a:spcPts val="0"/>
              </a:spcAft>
              <a:buClrTx/>
              <a:buSzPct val="90000"/>
              <a:buFont typeface="Arial" panose="020B0604020202020204" pitchFamily="34" charset="0"/>
              <a:buNone/>
              <a:tabLst/>
              <a:defRPr sz="1600" kern="1200" spc="0" baseline="0">
                <a:solidFill>
                  <a:schemeClr val="bg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85750" indent="-285750">
              <a:buFont typeface="Arial" panose="020B0604020202020204" pitchFamily="34" charset="0"/>
              <a:buChar char="•"/>
            </a:pPr>
            <a:r>
              <a:rPr lang="en-US" sz="2800" dirty="0"/>
              <a:t>Consuming Embedding Model </a:t>
            </a:r>
            <a:br>
              <a:rPr lang="en-US" sz="2800" dirty="0"/>
            </a:br>
            <a:r>
              <a:rPr lang="en-US" sz="2800" dirty="0"/>
              <a:t>with HTTP/Post</a:t>
            </a:r>
          </a:p>
          <a:p>
            <a:pPr marL="285750" indent="-285750">
              <a:buFont typeface="Arial" panose="020B0604020202020204" pitchFamily="34" charset="0"/>
              <a:buChar char="•"/>
            </a:pPr>
            <a:r>
              <a:rPr lang="en-US" sz="2800" dirty="0"/>
              <a:t>Creating Embeddings in C#</a:t>
            </a:r>
          </a:p>
          <a:p>
            <a:pPr marL="285750" indent="-285750">
              <a:buFont typeface="Arial" panose="020B0604020202020204" pitchFamily="34" charset="0"/>
              <a:buChar char="•"/>
            </a:pPr>
            <a:r>
              <a:rPr lang="en-US" sz="2800" dirty="0"/>
              <a:t>Semantic Similarity</a:t>
            </a:r>
            <a:br>
              <a:rPr lang="en-US" sz="2800" dirty="0"/>
            </a:br>
            <a:endParaRPr lang="en-US" sz="2800" dirty="0"/>
          </a:p>
        </p:txBody>
      </p:sp>
      <p:sp>
        <p:nvSpPr>
          <p:cNvPr id="8" name="TextBox 7">
            <a:extLst>
              <a:ext uri="{FF2B5EF4-FFF2-40B4-BE49-F238E27FC236}">
                <a16:creationId xmlns:a16="http://schemas.microsoft.com/office/drawing/2014/main" id="{CDC2BF68-D203-E3E1-98CD-35DE0C3E9BE2}"/>
              </a:ext>
            </a:extLst>
          </p:cNvPr>
          <p:cNvSpPr txBox="1"/>
          <p:nvPr/>
        </p:nvSpPr>
        <p:spPr>
          <a:xfrm>
            <a:off x="664938" y="6355410"/>
            <a:ext cx="8668512" cy="363946"/>
          </a:xfrm>
          <a:prstGeom prst="rect">
            <a:avLst/>
          </a:prstGeom>
          <a:noFill/>
        </p:spPr>
        <p:txBody>
          <a:bodyPr wrap="square">
            <a:spAutoFit/>
          </a:bodyPr>
          <a:lstStyle/>
          <a:p>
            <a:r>
              <a:rPr lang="en-US" dirty="0"/>
              <a:t>.\src\OpenAI.Samples</a:t>
            </a:r>
          </a:p>
        </p:txBody>
      </p:sp>
      <p:sp>
        <p:nvSpPr>
          <p:cNvPr id="12" name="TextBox 11">
            <a:extLst>
              <a:ext uri="{FF2B5EF4-FFF2-40B4-BE49-F238E27FC236}">
                <a16:creationId xmlns:a16="http://schemas.microsoft.com/office/drawing/2014/main" id="{463E0D1B-0522-3E24-1837-D611F14A26CD}"/>
              </a:ext>
            </a:extLst>
          </p:cNvPr>
          <p:cNvSpPr txBox="1"/>
          <p:nvPr/>
        </p:nvSpPr>
        <p:spPr>
          <a:xfrm>
            <a:off x="715325" y="5064438"/>
            <a:ext cx="6811860" cy="907171"/>
          </a:xfrm>
          <a:prstGeom prst="rect">
            <a:avLst/>
          </a:prstGeom>
          <a:noFill/>
        </p:spPr>
        <p:txBody>
          <a:bodyPr wrap="square">
            <a:spAutoFit/>
          </a:bodyPr>
          <a:lstStyle/>
          <a:p>
            <a:r>
              <a:rPr lang="de-DE" dirty="0">
                <a:solidFill>
                  <a:schemeClr val="bg1"/>
                </a:solidFill>
              </a:rPr>
              <a:t>.\src\OpenAI.Samples\</a:t>
            </a:r>
            <a:r>
              <a:rPr lang="de-DE" dirty="0" err="1">
                <a:solidFill>
                  <a:schemeClr val="bg1"/>
                </a:solidFill>
              </a:rPr>
              <a:t>Program.cs</a:t>
            </a:r>
            <a:br>
              <a:rPr lang="de-DE" dirty="0">
                <a:solidFill>
                  <a:schemeClr val="bg1"/>
                </a:solidFill>
              </a:rPr>
            </a:br>
            <a:r>
              <a:rPr lang="de-DE" dirty="0">
                <a:solidFill>
                  <a:schemeClr val="bg1"/>
                </a:solidFill>
              </a:rPr>
              <a:t>Sample: </a:t>
            </a:r>
            <a:r>
              <a:rPr lang="de-DE" dirty="0" err="1">
                <a:solidFill>
                  <a:schemeClr val="bg1"/>
                </a:solidFill>
              </a:rPr>
              <a:t>CreateEmbeddingsAsync</a:t>
            </a:r>
            <a:r>
              <a:rPr lang="de-DE" dirty="0">
                <a:solidFill>
                  <a:schemeClr val="bg1"/>
                </a:solidFill>
              </a:rPr>
              <a:t>()</a:t>
            </a:r>
          </a:p>
          <a:p>
            <a:endParaRPr lang="de-DE" dirty="0">
              <a:solidFill>
                <a:schemeClr val="bg1"/>
              </a:solidFill>
            </a:endParaRPr>
          </a:p>
        </p:txBody>
      </p:sp>
    </p:spTree>
    <p:extLst>
      <p:ext uri="{BB962C8B-B14F-4D97-AF65-F5344CB8AC3E}">
        <p14:creationId xmlns:p14="http://schemas.microsoft.com/office/powerpoint/2010/main" val="8866679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23CFE8-D7BA-4406-5454-4ECF4B3AB6CD}"/>
              </a:ext>
            </a:extLst>
          </p:cNvPr>
          <p:cNvSpPr>
            <a:spLocks noGrp="1"/>
          </p:cNvSpPr>
          <p:nvPr>
            <p:ph type="title"/>
          </p:nvPr>
        </p:nvSpPr>
        <p:spPr/>
        <p:txBody>
          <a:bodyPr/>
          <a:lstStyle/>
          <a:p>
            <a:r>
              <a:rPr lang="en-US" dirty="0"/>
              <a:t>When to use embeddings?</a:t>
            </a:r>
            <a:endParaRPr lang="de-DE" dirty="0"/>
          </a:p>
        </p:txBody>
      </p:sp>
      <p:sp>
        <p:nvSpPr>
          <p:cNvPr id="3" name="Content Placeholder 2">
            <a:extLst>
              <a:ext uri="{FF2B5EF4-FFF2-40B4-BE49-F238E27FC236}">
                <a16:creationId xmlns:a16="http://schemas.microsoft.com/office/drawing/2014/main" id="{6E7E9951-02E2-75BA-9B15-CA29ECBF1575}"/>
              </a:ext>
            </a:extLst>
          </p:cNvPr>
          <p:cNvSpPr>
            <a:spLocks noGrp="1"/>
          </p:cNvSpPr>
          <p:nvPr>
            <p:ph sz="quarter" idx="10"/>
          </p:nvPr>
        </p:nvSpPr>
        <p:spPr>
          <a:xfrm>
            <a:off x="584200" y="1435100"/>
            <a:ext cx="11018838" cy="3533275"/>
          </a:xfrm>
        </p:spPr>
        <p:txBody>
          <a:bodyPr/>
          <a:lstStyle/>
          <a:p>
            <a:r>
              <a:rPr lang="de-DE" dirty="0"/>
              <a:t>Semantic Search</a:t>
            </a:r>
          </a:p>
          <a:p>
            <a:r>
              <a:rPr lang="de-DE" dirty="0"/>
              <a:t>Classification</a:t>
            </a:r>
          </a:p>
          <a:p>
            <a:r>
              <a:rPr lang="de-DE" dirty="0"/>
              <a:t>Clustering</a:t>
            </a:r>
          </a:p>
          <a:p>
            <a:r>
              <a:rPr lang="de-DE" dirty="0" err="1"/>
              <a:t>Recommendations</a:t>
            </a:r>
            <a:endParaRPr lang="de-DE" dirty="0"/>
          </a:p>
          <a:p>
            <a:r>
              <a:rPr lang="de-DE" dirty="0"/>
              <a:t>. . .</a:t>
            </a:r>
          </a:p>
          <a:p>
            <a:endParaRPr lang="en-DE" dirty="0"/>
          </a:p>
          <a:p>
            <a:endParaRPr lang="de-DE" dirty="0"/>
          </a:p>
        </p:txBody>
      </p:sp>
    </p:spTree>
    <p:extLst>
      <p:ext uri="{BB962C8B-B14F-4D97-AF65-F5344CB8AC3E}">
        <p14:creationId xmlns:p14="http://schemas.microsoft.com/office/powerpoint/2010/main" val="152956127"/>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A4BC24-4EA3-4406-1564-51E5E91EE060}"/>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C657D316-8AB8-99AB-7B17-746DE32097AD}"/>
              </a:ext>
            </a:extLst>
          </p:cNvPr>
          <p:cNvSpPr>
            <a:spLocks noGrp="1"/>
          </p:cNvSpPr>
          <p:nvPr>
            <p:ph type="title"/>
          </p:nvPr>
        </p:nvSpPr>
        <p:spPr>
          <a:xfrm>
            <a:off x="546239" y="1386817"/>
            <a:ext cx="7758861" cy="1661993"/>
          </a:xfrm>
        </p:spPr>
        <p:txBody>
          <a:bodyPr/>
          <a:lstStyle/>
          <a:p>
            <a:r>
              <a:rPr lang="en-US" sz="6000" dirty="0"/>
              <a:t>VECTOR DATABASES</a:t>
            </a:r>
            <a:endParaRPr lang="de-DE" dirty="0"/>
          </a:p>
        </p:txBody>
      </p:sp>
    </p:spTree>
    <p:extLst>
      <p:ext uri="{BB962C8B-B14F-4D97-AF65-F5344CB8AC3E}">
        <p14:creationId xmlns:p14="http://schemas.microsoft.com/office/powerpoint/2010/main" val="9579415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A6372C-9076-773E-7BA8-43150E2C1A7B}"/>
              </a:ext>
            </a:extLst>
          </p:cNvPr>
          <p:cNvSpPr>
            <a:spLocks noGrp="1"/>
          </p:cNvSpPr>
          <p:nvPr>
            <p:ph type="title"/>
          </p:nvPr>
        </p:nvSpPr>
        <p:spPr/>
        <p:txBody>
          <a:bodyPr/>
          <a:lstStyle/>
          <a:p>
            <a:endParaRPr lang="de-DE"/>
          </a:p>
        </p:txBody>
      </p:sp>
      <p:pic>
        <p:nvPicPr>
          <p:cNvPr id="4" name="Picture 3">
            <a:extLst>
              <a:ext uri="{FF2B5EF4-FFF2-40B4-BE49-F238E27FC236}">
                <a16:creationId xmlns:a16="http://schemas.microsoft.com/office/drawing/2014/main" id="{2B725E40-D160-6899-24AB-DA563F3549A9}"/>
              </a:ext>
            </a:extLst>
          </p:cNvPr>
          <p:cNvPicPr>
            <a:picLocks noChangeAspect="1"/>
          </p:cNvPicPr>
          <p:nvPr/>
        </p:nvPicPr>
        <p:blipFill>
          <a:blip r:embed="rId2"/>
          <a:stretch>
            <a:fillRect/>
          </a:stretch>
        </p:blipFill>
        <p:spPr>
          <a:xfrm>
            <a:off x="-1" y="-1"/>
            <a:ext cx="12415837" cy="6772275"/>
          </a:xfrm>
          <a:prstGeom prst="rect">
            <a:avLst/>
          </a:prstGeom>
        </p:spPr>
      </p:pic>
    </p:spTree>
    <p:extLst>
      <p:ext uri="{BB962C8B-B14F-4D97-AF65-F5344CB8AC3E}">
        <p14:creationId xmlns:p14="http://schemas.microsoft.com/office/powerpoint/2010/main" val="22958978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E02AAE-659A-A58A-B8E5-6EAEC06766F0}"/>
              </a:ext>
            </a:extLst>
          </p:cNvPr>
          <p:cNvSpPr>
            <a:spLocks noGrp="1"/>
          </p:cNvSpPr>
          <p:nvPr>
            <p:ph type="title"/>
          </p:nvPr>
        </p:nvSpPr>
        <p:spPr/>
        <p:txBody>
          <a:bodyPr/>
          <a:lstStyle/>
          <a:p>
            <a:r>
              <a:rPr lang="en-US" dirty="0"/>
              <a:t>Popular Vector Databases</a:t>
            </a:r>
            <a:endParaRPr lang="de-DE" dirty="0"/>
          </a:p>
        </p:txBody>
      </p:sp>
      <p:sp>
        <p:nvSpPr>
          <p:cNvPr id="3" name="Content Placeholder 2">
            <a:extLst>
              <a:ext uri="{FF2B5EF4-FFF2-40B4-BE49-F238E27FC236}">
                <a16:creationId xmlns:a16="http://schemas.microsoft.com/office/drawing/2014/main" id="{84FAD0BE-4FE9-91D4-1643-FBCE1FEF7895}"/>
              </a:ext>
            </a:extLst>
          </p:cNvPr>
          <p:cNvSpPr>
            <a:spLocks noGrp="1"/>
          </p:cNvSpPr>
          <p:nvPr>
            <p:ph sz="quarter" idx="10"/>
          </p:nvPr>
        </p:nvSpPr>
        <p:spPr>
          <a:xfrm>
            <a:off x="584200" y="1435100"/>
            <a:ext cx="11018838" cy="5601533"/>
          </a:xfrm>
        </p:spPr>
        <p:txBody>
          <a:bodyPr/>
          <a:lstStyle/>
          <a:p>
            <a:pPr marL="0" lvl="0" indent="0" defTabSz="914400" eaLnBrk="0" fontAlgn="base" hangingPunct="0">
              <a:spcBef>
                <a:spcPct val="0"/>
              </a:spcBef>
              <a:spcAft>
                <a:spcPct val="0"/>
              </a:spcAft>
              <a:buSzTx/>
              <a:buFontTx/>
              <a:buChar char="•"/>
            </a:pPr>
            <a:r>
              <a:rPr lang="en-US" altLang="en-US" sz="2000" dirty="0">
                <a:latin typeface="Arial" panose="020B0604020202020204" pitchFamily="34" charset="0"/>
              </a:rPr>
              <a:t>SQL Server 2026 Native Vector Search </a:t>
            </a:r>
          </a:p>
          <a:p>
            <a:pPr marL="0" lvl="0" indent="0" defTabSz="914400" eaLnBrk="0" fontAlgn="base" hangingPunct="0">
              <a:spcBef>
                <a:spcPct val="0"/>
              </a:spcBef>
              <a:spcAft>
                <a:spcPct val="0"/>
              </a:spcAft>
              <a:buSzTx/>
              <a:buFontTx/>
              <a:buChar char="•"/>
            </a:pPr>
            <a:r>
              <a:rPr lang="en-US" altLang="en-US" sz="2000" dirty="0">
                <a:latin typeface="Arial" panose="020B0604020202020204" pitchFamily="34" charset="0"/>
              </a:rPr>
              <a:t>Pinecone </a:t>
            </a:r>
          </a:p>
          <a:p>
            <a:pPr marL="0" lvl="0" indent="0" defTabSz="914400" eaLnBrk="0" fontAlgn="base" hangingPunct="0">
              <a:spcBef>
                <a:spcPct val="0"/>
              </a:spcBef>
              <a:spcAft>
                <a:spcPct val="0"/>
              </a:spcAft>
              <a:buSzTx/>
              <a:buFontTx/>
              <a:buChar char="•"/>
            </a:pPr>
            <a:r>
              <a:rPr lang="en-US" altLang="en-US" sz="2000" dirty="0" err="1">
                <a:latin typeface="Arial" panose="020B0604020202020204" pitchFamily="34" charset="0"/>
              </a:rPr>
              <a:t>Weaviate</a:t>
            </a:r>
            <a:r>
              <a:rPr lang="en-US" altLang="en-US" sz="2000" dirty="0">
                <a:latin typeface="Arial" panose="020B0604020202020204" pitchFamily="34" charset="0"/>
              </a:rPr>
              <a:t> </a:t>
            </a:r>
          </a:p>
          <a:p>
            <a:pPr marL="0" lvl="0" indent="0" defTabSz="914400" eaLnBrk="0" fontAlgn="base" hangingPunct="0">
              <a:spcBef>
                <a:spcPct val="0"/>
              </a:spcBef>
              <a:spcAft>
                <a:spcPct val="0"/>
              </a:spcAft>
              <a:buSzTx/>
              <a:buFontTx/>
              <a:buChar char="•"/>
            </a:pPr>
            <a:r>
              <a:rPr lang="en-US" altLang="en-US" sz="2000" dirty="0">
                <a:latin typeface="Arial" panose="020B0604020202020204" pitchFamily="34" charset="0"/>
              </a:rPr>
              <a:t>Milvus </a:t>
            </a:r>
          </a:p>
          <a:p>
            <a:pPr marL="0" lvl="0" indent="0" defTabSz="914400" eaLnBrk="0" fontAlgn="base" hangingPunct="0">
              <a:spcBef>
                <a:spcPct val="0"/>
              </a:spcBef>
              <a:spcAft>
                <a:spcPct val="0"/>
              </a:spcAft>
              <a:buSzTx/>
              <a:buFontTx/>
              <a:buChar char="•"/>
            </a:pPr>
            <a:r>
              <a:rPr lang="en-US" altLang="en-US" sz="2000" dirty="0" err="1">
                <a:latin typeface="Arial" panose="020B0604020202020204" pitchFamily="34" charset="0"/>
              </a:rPr>
              <a:t>Qdrant</a:t>
            </a:r>
            <a:r>
              <a:rPr lang="en-US" altLang="en-US" sz="2000" dirty="0">
                <a:latin typeface="Arial" panose="020B0604020202020204" pitchFamily="34" charset="0"/>
              </a:rPr>
              <a:t> </a:t>
            </a:r>
          </a:p>
          <a:p>
            <a:pPr marL="0" lvl="0" indent="0" defTabSz="914400" eaLnBrk="0" fontAlgn="base" hangingPunct="0">
              <a:spcBef>
                <a:spcPct val="0"/>
              </a:spcBef>
              <a:spcAft>
                <a:spcPct val="0"/>
              </a:spcAft>
              <a:buSzTx/>
              <a:buFontTx/>
              <a:buChar char="•"/>
            </a:pPr>
            <a:r>
              <a:rPr lang="en-US" altLang="en-US" sz="2000" dirty="0">
                <a:latin typeface="Arial" panose="020B0604020202020204" pitchFamily="34" charset="0"/>
              </a:rPr>
              <a:t>PostgreSQL + </a:t>
            </a:r>
            <a:r>
              <a:rPr lang="en-US" altLang="en-US" sz="2000" dirty="0" err="1">
                <a:latin typeface="Arial" panose="020B0604020202020204" pitchFamily="34" charset="0"/>
              </a:rPr>
              <a:t>pgvector</a:t>
            </a:r>
            <a:r>
              <a:rPr lang="en-US" altLang="en-US" sz="2000" dirty="0">
                <a:latin typeface="Arial" panose="020B0604020202020204" pitchFamily="34" charset="0"/>
              </a:rPr>
              <a:t> </a:t>
            </a:r>
          </a:p>
          <a:p>
            <a:pPr marL="0" lvl="0" indent="0" defTabSz="914400" eaLnBrk="0" fontAlgn="base" hangingPunct="0">
              <a:spcBef>
                <a:spcPct val="0"/>
              </a:spcBef>
              <a:spcAft>
                <a:spcPct val="0"/>
              </a:spcAft>
              <a:buSzTx/>
              <a:buFontTx/>
              <a:buChar char="•"/>
            </a:pPr>
            <a:r>
              <a:rPr lang="en-US" altLang="en-US" sz="2000" dirty="0">
                <a:latin typeface="Arial" panose="020B0604020202020204" pitchFamily="34" charset="0"/>
              </a:rPr>
              <a:t>MongoDB Atlas </a:t>
            </a:r>
          </a:p>
          <a:p>
            <a:pPr marL="0" lvl="0" indent="0" defTabSz="914400" eaLnBrk="0" fontAlgn="base" hangingPunct="0">
              <a:spcBef>
                <a:spcPct val="0"/>
              </a:spcBef>
              <a:spcAft>
                <a:spcPct val="0"/>
              </a:spcAft>
              <a:buSzTx/>
              <a:buFontTx/>
              <a:buChar char="•"/>
            </a:pPr>
            <a:r>
              <a:rPr lang="en-US" altLang="en-US" sz="2000" dirty="0">
                <a:latin typeface="Arial" panose="020B0604020202020204" pitchFamily="34" charset="0"/>
              </a:rPr>
              <a:t>Elasticsearch </a:t>
            </a:r>
          </a:p>
          <a:p>
            <a:pPr marL="0" lvl="0" indent="0" defTabSz="914400" eaLnBrk="0" fontAlgn="base" hangingPunct="0">
              <a:spcBef>
                <a:spcPct val="0"/>
              </a:spcBef>
              <a:spcAft>
                <a:spcPct val="0"/>
              </a:spcAft>
              <a:buSzTx/>
              <a:buFontTx/>
              <a:buChar char="•"/>
            </a:pPr>
            <a:r>
              <a:rPr lang="en-US" altLang="en-US" sz="2000" dirty="0">
                <a:latin typeface="Arial" panose="020B0604020202020204" pitchFamily="34" charset="0"/>
              </a:rPr>
              <a:t>Redis </a:t>
            </a:r>
          </a:p>
          <a:p>
            <a:pPr marL="0" lvl="0" indent="0" defTabSz="914400" eaLnBrk="0" fontAlgn="base" hangingPunct="0">
              <a:spcBef>
                <a:spcPct val="0"/>
              </a:spcBef>
              <a:spcAft>
                <a:spcPct val="0"/>
              </a:spcAft>
              <a:buSzTx/>
              <a:buFontTx/>
              <a:buChar char="•"/>
            </a:pPr>
            <a:r>
              <a:rPr lang="en-US" altLang="en-US" sz="2000" dirty="0">
                <a:latin typeface="Arial" panose="020B0604020202020204" pitchFamily="34" charset="0"/>
              </a:rPr>
              <a:t>Azure AI Search </a:t>
            </a:r>
          </a:p>
          <a:p>
            <a:pPr marL="0" lvl="0" indent="0" defTabSz="914400" eaLnBrk="0" fontAlgn="base" hangingPunct="0">
              <a:spcBef>
                <a:spcPct val="0"/>
              </a:spcBef>
              <a:spcAft>
                <a:spcPct val="0"/>
              </a:spcAft>
              <a:buSzTx/>
              <a:buFontTx/>
              <a:buChar char="•"/>
            </a:pPr>
            <a:r>
              <a:rPr lang="en-US" altLang="en-US" sz="2000" dirty="0">
                <a:latin typeface="Arial" panose="020B0604020202020204" pitchFamily="34" charset="0"/>
              </a:rPr>
              <a:t>Vertex AI Matching Engine </a:t>
            </a:r>
          </a:p>
          <a:p>
            <a:pPr marL="0" lvl="0" indent="0" defTabSz="914400" eaLnBrk="0" fontAlgn="base" hangingPunct="0">
              <a:spcBef>
                <a:spcPct val="0"/>
              </a:spcBef>
              <a:spcAft>
                <a:spcPct val="0"/>
              </a:spcAft>
              <a:buSzTx/>
              <a:buFontTx/>
              <a:buChar char="•"/>
            </a:pPr>
            <a:r>
              <a:rPr lang="en-US" altLang="en-US" sz="2000" dirty="0">
                <a:latin typeface="Arial" panose="020B0604020202020204" pitchFamily="34" charset="0"/>
              </a:rPr>
              <a:t>Amazon OpenSearch Service </a:t>
            </a:r>
          </a:p>
          <a:p>
            <a:pPr marL="0" lvl="0" indent="0" defTabSz="914400" eaLnBrk="0" fontAlgn="base" hangingPunct="0">
              <a:spcBef>
                <a:spcPct val="0"/>
              </a:spcBef>
              <a:spcAft>
                <a:spcPct val="0"/>
              </a:spcAft>
              <a:buSzTx/>
              <a:buFontTx/>
              <a:buChar char="•"/>
            </a:pPr>
            <a:r>
              <a:rPr lang="en-US" altLang="en-US" sz="2000" dirty="0">
                <a:latin typeface="Arial" panose="020B0604020202020204" pitchFamily="34" charset="0"/>
              </a:rPr>
              <a:t>Databricks Vector Search </a:t>
            </a:r>
          </a:p>
          <a:p>
            <a:pPr marL="0" lvl="0" indent="0" defTabSz="914400" eaLnBrk="0" fontAlgn="base" hangingPunct="0">
              <a:spcBef>
                <a:spcPct val="0"/>
              </a:spcBef>
              <a:spcAft>
                <a:spcPct val="0"/>
              </a:spcAft>
              <a:buSzTx/>
              <a:buFontTx/>
              <a:buChar char="•"/>
            </a:pPr>
            <a:r>
              <a:rPr lang="en-US" altLang="en-US" sz="2000" dirty="0">
                <a:latin typeface="Arial" panose="020B0604020202020204" pitchFamily="34" charset="0"/>
              </a:rPr>
              <a:t>Chroma </a:t>
            </a:r>
          </a:p>
          <a:p>
            <a:pPr marL="0" lvl="0" indent="0" defTabSz="914400" eaLnBrk="0" fontAlgn="base" hangingPunct="0">
              <a:spcBef>
                <a:spcPct val="0"/>
              </a:spcBef>
              <a:spcAft>
                <a:spcPct val="0"/>
              </a:spcAft>
              <a:buSzTx/>
              <a:buFontTx/>
              <a:buChar char="•"/>
            </a:pPr>
            <a:r>
              <a:rPr lang="en-US" altLang="en-US" sz="2000" dirty="0">
                <a:latin typeface="Arial" panose="020B0604020202020204" pitchFamily="34" charset="0"/>
              </a:rPr>
              <a:t>FAISS </a:t>
            </a:r>
          </a:p>
          <a:p>
            <a:pPr marL="0" lvl="0" indent="0" defTabSz="914400" eaLnBrk="0" fontAlgn="base" hangingPunct="0">
              <a:spcBef>
                <a:spcPct val="0"/>
              </a:spcBef>
              <a:spcAft>
                <a:spcPct val="0"/>
              </a:spcAft>
              <a:buSzTx/>
              <a:buFontTx/>
              <a:buChar char="•"/>
            </a:pPr>
            <a:r>
              <a:rPr lang="en-US" altLang="en-US" sz="2000" dirty="0">
                <a:latin typeface="Arial" panose="020B0604020202020204" pitchFamily="34" charset="0"/>
              </a:rPr>
              <a:t>Annoy </a:t>
            </a:r>
          </a:p>
          <a:p>
            <a:pPr marL="0" lvl="0" indent="0" defTabSz="914400" eaLnBrk="0" fontAlgn="base" hangingPunct="0">
              <a:spcBef>
                <a:spcPct val="0"/>
              </a:spcBef>
              <a:spcAft>
                <a:spcPct val="0"/>
              </a:spcAft>
              <a:buSzTx/>
              <a:buFontTx/>
              <a:buChar char="•"/>
            </a:pPr>
            <a:r>
              <a:rPr lang="en-US" altLang="en-US" sz="2000" dirty="0" err="1">
                <a:latin typeface="Arial" panose="020B0604020202020204" pitchFamily="34" charset="0"/>
              </a:rPr>
              <a:t>ScaNN</a:t>
            </a:r>
            <a:r>
              <a:rPr lang="en-US" altLang="en-US" sz="2000" dirty="0">
                <a:latin typeface="Arial" panose="020B0604020202020204" pitchFamily="34" charset="0"/>
              </a:rPr>
              <a:t> </a:t>
            </a:r>
          </a:p>
          <a:p>
            <a:pPr marL="0" indent="0">
              <a:buNone/>
            </a:pPr>
            <a:endParaRPr lang="de-DE" sz="2000" dirty="0"/>
          </a:p>
        </p:txBody>
      </p:sp>
    </p:spTree>
    <p:extLst>
      <p:ext uri="{BB962C8B-B14F-4D97-AF65-F5344CB8AC3E}">
        <p14:creationId xmlns:p14="http://schemas.microsoft.com/office/powerpoint/2010/main" val="2899351091"/>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6FAAC3-08A2-F7BA-6BF1-6C3801F5FDA1}"/>
              </a:ext>
            </a:extLst>
          </p:cNvPr>
          <p:cNvSpPr>
            <a:spLocks noGrp="1"/>
          </p:cNvSpPr>
          <p:nvPr>
            <p:ph type="title"/>
          </p:nvPr>
        </p:nvSpPr>
        <p:spPr/>
        <p:txBody>
          <a:bodyPr/>
          <a:lstStyle/>
          <a:p>
            <a:r>
              <a:rPr lang="en-US" dirty="0"/>
              <a:t>SQL Server Native Vector Search</a:t>
            </a:r>
            <a:endParaRPr lang="de-DE" dirty="0"/>
          </a:p>
        </p:txBody>
      </p:sp>
      <p:sp>
        <p:nvSpPr>
          <p:cNvPr id="3" name="Content Placeholder 2">
            <a:extLst>
              <a:ext uri="{FF2B5EF4-FFF2-40B4-BE49-F238E27FC236}">
                <a16:creationId xmlns:a16="http://schemas.microsoft.com/office/drawing/2014/main" id="{3282F690-B434-86DA-3E63-F45F6DEB38A6}"/>
              </a:ext>
            </a:extLst>
          </p:cNvPr>
          <p:cNvSpPr>
            <a:spLocks noGrp="1"/>
          </p:cNvSpPr>
          <p:nvPr>
            <p:ph sz="quarter" idx="10"/>
          </p:nvPr>
        </p:nvSpPr>
        <p:spPr>
          <a:xfrm>
            <a:off x="584200" y="1435100"/>
            <a:ext cx="11018838" cy="2203680"/>
          </a:xfrm>
        </p:spPr>
        <p:txBody>
          <a:bodyPr/>
          <a:lstStyle/>
          <a:p>
            <a:r>
              <a:rPr lang="en-US" dirty="0" err="1"/>
              <a:t>SqlServer</a:t>
            </a:r>
            <a:r>
              <a:rPr lang="en-US" dirty="0"/>
              <a:t> 2025 Native Vector Search</a:t>
            </a:r>
          </a:p>
          <a:p>
            <a:pPr lvl="1"/>
            <a:r>
              <a:rPr lang="en-US" dirty="0"/>
              <a:t>In Azure</a:t>
            </a:r>
          </a:p>
          <a:p>
            <a:pPr lvl="1"/>
            <a:r>
              <a:rPr lang="en-US" dirty="0"/>
              <a:t>On-Prem</a:t>
            </a:r>
          </a:p>
          <a:p>
            <a:r>
              <a:rPr lang="en-US" dirty="0">
                <a:hlinkClick r:id="rId2"/>
              </a:rPr>
              <a:t>SQL Server Native Vector Search for .NET Developers</a:t>
            </a:r>
            <a:endParaRPr lang="en-US" dirty="0"/>
          </a:p>
          <a:p>
            <a:endParaRPr lang="de-DE" dirty="0"/>
          </a:p>
        </p:txBody>
      </p:sp>
      <p:pic>
        <p:nvPicPr>
          <p:cNvPr id="5" name="Picture 4">
            <a:extLst>
              <a:ext uri="{FF2B5EF4-FFF2-40B4-BE49-F238E27FC236}">
                <a16:creationId xmlns:a16="http://schemas.microsoft.com/office/drawing/2014/main" id="{812C5FF2-6570-6249-33FE-5DBF21D235D9}"/>
              </a:ext>
            </a:extLst>
          </p:cNvPr>
          <p:cNvPicPr>
            <a:picLocks noChangeAspect="1"/>
          </p:cNvPicPr>
          <p:nvPr/>
        </p:nvPicPr>
        <p:blipFill>
          <a:blip r:embed="rId3"/>
          <a:stretch>
            <a:fillRect/>
          </a:stretch>
        </p:blipFill>
        <p:spPr>
          <a:xfrm>
            <a:off x="584200" y="3815198"/>
            <a:ext cx="4925112" cy="2105319"/>
          </a:xfrm>
          <a:prstGeom prst="rect">
            <a:avLst/>
          </a:prstGeom>
        </p:spPr>
      </p:pic>
    </p:spTree>
    <p:extLst>
      <p:ext uri="{BB962C8B-B14F-4D97-AF65-F5344CB8AC3E}">
        <p14:creationId xmlns:p14="http://schemas.microsoft.com/office/powerpoint/2010/main" val="2252233541"/>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DD073F-7BD9-71A6-125C-FB378A60513E}"/>
              </a:ext>
            </a:extLst>
          </p:cNvPr>
          <p:cNvSpPr>
            <a:spLocks noGrp="1"/>
          </p:cNvSpPr>
          <p:nvPr>
            <p:ph type="title"/>
          </p:nvPr>
        </p:nvSpPr>
        <p:spPr>
          <a:xfrm>
            <a:off x="588263" y="457200"/>
            <a:ext cx="11018520" cy="923330"/>
          </a:xfrm>
        </p:spPr>
        <p:txBody>
          <a:bodyPr/>
          <a:lstStyle/>
          <a:p>
            <a:r>
              <a:rPr lang="en-US" dirty="0"/>
              <a:t>Working with the Vector</a:t>
            </a:r>
            <a:br>
              <a:rPr lang="en-US" dirty="0"/>
            </a:br>
            <a:r>
              <a:rPr lang="en-US" sz="2400" dirty="0"/>
              <a:t>T-SQL and C#</a:t>
            </a:r>
            <a:endParaRPr lang="de-DE" dirty="0"/>
          </a:p>
        </p:txBody>
      </p:sp>
      <p:sp>
        <p:nvSpPr>
          <p:cNvPr id="9" name="TextBox 8">
            <a:extLst>
              <a:ext uri="{FF2B5EF4-FFF2-40B4-BE49-F238E27FC236}">
                <a16:creationId xmlns:a16="http://schemas.microsoft.com/office/drawing/2014/main" id="{043BF71A-6884-63B0-50D9-A3553D454F70}"/>
              </a:ext>
            </a:extLst>
          </p:cNvPr>
          <p:cNvSpPr txBox="1"/>
          <p:nvPr/>
        </p:nvSpPr>
        <p:spPr>
          <a:xfrm>
            <a:off x="588263" y="2425522"/>
            <a:ext cx="10733602" cy="1477328"/>
          </a:xfrm>
          <a:prstGeom prst="rect">
            <a:avLst/>
          </a:prstGeom>
          <a:solidFill>
            <a:srgbClr val="FFFFFF"/>
          </a:solidFill>
        </p:spPr>
        <p:txBody>
          <a:bodyPr wrap="square">
            <a:spAutoFit/>
          </a:bodyPr>
          <a:lstStyle/>
          <a:p>
            <a:r>
              <a:rPr lang="en-US" sz="1800" dirty="0">
                <a:solidFill>
                  <a:srgbClr val="000000"/>
                </a:solidFill>
                <a:highlight>
                  <a:srgbClr val="FFFFFF"/>
                </a:highlight>
                <a:latin typeface="Cascadia Mono" panose="020B0609020000020004" pitchFamily="49" charset="0"/>
              </a:rPr>
              <a:t> </a:t>
            </a:r>
            <a:r>
              <a:rPr lang="en-US" sz="1800" dirty="0" err="1">
                <a:solidFill>
                  <a:srgbClr val="2B91AF"/>
                </a:solidFill>
                <a:highlight>
                  <a:srgbClr val="FFFFFF"/>
                </a:highlight>
                <a:latin typeface="Cascadia Mono" panose="020B0609020000020004" pitchFamily="49" charset="0"/>
              </a:rPr>
              <a:t>SqlCommand</a:t>
            </a:r>
            <a:r>
              <a:rPr lang="en-US" sz="1800" dirty="0">
                <a:solidFill>
                  <a:srgbClr val="000000"/>
                </a:solidFill>
                <a:highlight>
                  <a:srgbClr val="FFFFFF"/>
                </a:highlight>
                <a:latin typeface="Cascadia Mono" panose="020B0609020000020004" pitchFamily="49" charset="0"/>
              </a:rPr>
              <a:t> </a:t>
            </a:r>
            <a:r>
              <a:rPr lang="en-US" sz="1800" dirty="0">
                <a:solidFill>
                  <a:srgbClr val="1F377F"/>
                </a:solidFill>
                <a:highlight>
                  <a:srgbClr val="FFFFFF"/>
                </a:highlight>
                <a:latin typeface="Cascadia Mono" panose="020B0609020000020004" pitchFamily="49" charset="0"/>
              </a:rPr>
              <a:t>command</a:t>
            </a:r>
            <a:r>
              <a:rPr lang="en-US" sz="1800" dirty="0">
                <a:solidFill>
                  <a:srgbClr val="000000"/>
                </a:solidFill>
                <a:highlight>
                  <a:srgbClr val="FFFFFF"/>
                </a:highlight>
                <a:latin typeface="Cascadia Mono" panose="020B0609020000020004" pitchFamily="49" charset="0"/>
              </a:rPr>
              <a:t> = </a:t>
            </a:r>
            <a:r>
              <a:rPr lang="en-US" sz="1800" dirty="0">
                <a:solidFill>
                  <a:srgbClr val="0000FF"/>
                </a:solidFill>
                <a:highlight>
                  <a:srgbClr val="FFFFFF"/>
                </a:highlight>
                <a:latin typeface="Cascadia Mono" panose="020B0609020000020004" pitchFamily="49" charset="0"/>
              </a:rPr>
              <a:t>new</a:t>
            </a:r>
            <a:r>
              <a:rPr lang="en-US" sz="1800" dirty="0">
                <a:solidFill>
                  <a:srgbClr val="000000"/>
                </a:solidFill>
                <a:highlight>
                  <a:srgbClr val="FFFFFF"/>
                </a:highlight>
                <a:latin typeface="Cascadia Mono" panose="020B0609020000020004" pitchFamily="49" charset="0"/>
              </a:rPr>
              <a:t> </a:t>
            </a:r>
            <a:r>
              <a:rPr lang="en-US" sz="1800" dirty="0" err="1">
                <a:solidFill>
                  <a:srgbClr val="2B91AF"/>
                </a:solidFill>
                <a:highlight>
                  <a:srgbClr val="FFFFFF"/>
                </a:highlight>
                <a:latin typeface="Cascadia Mono" panose="020B0609020000020004" pitchFamily="49" charset="0"/>
              </a:rPr>
              <a:t>SqlCommand</a:t>
            </a:r>
            <a:r>
              <a:rPr lang="en-US" sz="1800" dirty="0">
                <a:solidFill>
                  <a:srgbClr val="000000"/>
                </a:solidFill>
                <a:highlight>
                  <a:srgbClr val="FFFFFF"/>
                </a:highlight>
                <a:latin typeface="Cascadia Mono" panose="020B0609020000020004" pitchFamily="49" charset="0"/>
              </a:rPr>
              <a:t>(</a:t>
            </a:r>
            <a:r>
              <a:rPr lang="en-US" sz="1800" dirty="0">
                <a:solidFill>
                  <a:srgbClr val="A31515"/>
                </a:solidFill>
                <a:highlight>
                  <a:srgbClr val="FFFFFF"/>
                </a:highlight>
                <a:latin typeface="Cascadia Mono" panose="020B0609020000020004" pitchFamily="49" charset="0"/>
              </a:rPr>
              <a:t>$"INSERT INTO [test].[</a:t>
            </a:r>
            <a:r>
              <a:rPr lang="en-US" sz="1800" dirty="0">
                <a:solidFill>
                  <a:srgbClr val="000000"/>
                </a:solidFill>
                <a:highlight>
                  <a:srgbClr val="FFFFFF"/>
                </a:highlight>
                <a:latin typeface="Cascadia Mono" panose="020B0609020000020004" pitchFamily="49" charset="0"/>
              </a:rPr>
              <a:t>{_</a:t>
            </a:r>
            <a:r>
              <a:rPr lang="en-US" sz="1800" dirty="0" err="1">
                <a:solidFill>
                  <a:srgbClr val="000000"/>
                </a:solidFill>
                <a:highlight>
                  <a:srgbClr val="FFFFFF"/>
                </a:highlight>
                <a:latin typeface="Cascadia Mono" panose="020B0609020000020004" pitchFamily="49" charset="0"/>
              </a:rPr>
              <a:t>cTableName</a:t>
            </a:r>
            <a:r>
              <a:rPr lang="en-US" sz="1800" dirty="0">
                <a:solidFill>
                  <a:srgbClr val="000000"/>
                </a:solidFill>
                <a:highlight>
                  <a:srgbClr val="FFFFFF"/>
                </a:highlight>
                <a:latin typeface="Cascadia Mono" panose="020B0609020000020004" pitchFamily="49" charset="0"/>
              </a:rPr>
              <a:t>}</a:t>
            </a:r>
            <a:r>
              <a:rPr lang="en-US" sz="1800" dirty="0">
                <a:solidFill>
                  <a:srgbClr val="A31515"/>
                </a:solidFill>
                <a:highlight>
                  <a:srgbClr val="FFFFFF"/>
                </a:highlight>
                <a:latin typeface="Cascadia Mono" panose="020B0609020000020004" pitchFamily="49" charset="0"/>
              </a:rPr>
              <a:t>] ([Vector], [Text]) VALUES (@Vector, @Text)"</a:t>
            </a:r>
            <a:r>
              <a:rPr lang="en-US" sz="1800" dirty="0">
                <a:solidFill>
                  <a:srgbClr val="000000"/>
                </a:solidFill>
                <a:highlight>
                  <a:srgbClr val="FFFFFF"/>
                </a:highlight>
                <a:latin typeface="Cascadia Mono" panose="020B0609020000020004" pitchFamily="49" charset="0"/>
              </a:rPr>
              <a:t>, </a:t>
            </a:r>
            <a:r>
              <a:rPr lang="en-US" sz="1800" dirty="0">
                <a:solidFill>
                  <a:srgbClr val="1F377F"/>
                </a:solidFill>
                <a:highlight>
                  <a:srgbClr val="FFFFFF"/>
                </a:highlight>
                <a:latin typeface="Cascadia Mono" panose="020B0609020000020004" pitchFamily="49" charset="0"/>
              </a:rPr>
              <a:t>connection</a:t>
            </a:r>
            <a:r>
              <a:rPr lang="en-US" sz="1800" dirty="0">
                <a:solidFill>
                  <a:srgbClr val="000000"/>
                </a:solidFill>
                <a:highlight>
                  <a:srgbClr val="FFFFFF"/>
                </a:highlight>
                <a:latin typeface="Cascadia Mono" panose="020B0609020000020004" pitchFamily="49" charset="0"/>
              </a:rPr>
              <a:t>);</a:t>
            </a:r>
          </a:p>
          <a:p>
            <a:endParaRPr lang="en-US" sz="1800" dirty="0">
              <a:solidFill>
                <a:srgbClr val="000000"/>
              </a:solidFill>
              <a:highlight>
                <a:srgbClr val="FFFFFF"/>
              </a:highlight>
              <a:latin typeface="Cascadia Mono" panose="020B0609020000020004" pitchFamily="49" charset="0"/>
            </a:endParaRPr>
          </a:p>
          <a:p>
            <a:r>
              <a:rPr lang="en-US" sz="1800" dirty="0">
                <a:solidFill>
                  <a:srgbClr val="000000"/>
                </a:solidFill>
                <a:highlight>
                  <a:srgbClr val="FFFFFF"/>
                </a:highlight>
                <a:latin typeface="Cascadia Mono" panose="020B0609020000020004" pitchFamily="49" charset="0"/>
              </a:rPr>
              <a:t>       </a:t>
            </a:r>
            <a:endParaRPr lang="en-US" sz="1800" dirty="0">
              <a:solidFill>
                <a:srgbClr val="008000"/>
              </a:solidFill>
              <a:highlight>
                <a:srgbClr val="FFFFFF"/>
              </a:highlight>
              <a:latin typeface="Cascadia Mono" panose="020B0609020000020004" pitchFamily="49" charset="0"/>
            </a:endParaRPr>
          </a:p>
          <a:p>
            <a:r>
              <a:rPr lang="en-US" sz="1800" dirty="0" err="1">
                <a:solidFill>
                  <a:srgbClr val="1F377F"/>
                </a:solidFill>
                <a:highlight>
                  <a:srgbClr val="FFFFFF"/>
                </a:highlight>
                <a:latin typeface="Cascadia Mono" panose="020B0609020000020004" pitchFamily="49" charset="0"/>
              </a:rPr>
              <a:t>command</a:t>
            </a:r>
            <a:r>
              <a:rPr lang="en-US" sz="1800" dirty="0" err="1">
                <a:solidFill>
                  <a:srgbClr val="000000"/>
                </a:solidFill>
                <a:highlight>
                  <a:srgbClr val="FFFFFF"/>
                </a:highlight>
                <a:latin typeface="Cascadia Mono" panose="020B0609020000020004" pitchFamily="49" charset="0"/>
              </a:rPr>
              <a:t>.Parameters.</a:t>
            </a:r>
            <a:r>
              <a:rPr lang="en-US" sz="1800" dirty="0" err="1">
                <a:solidFill>
                  <a:srgbClr val="74531F"/>
                </a:solidFill>
                <a:highlight>
                  <a:srgbClr val="FFFFFF"/>
                </a:highlight>
                <a:latin typeface="Cascadia Mono" panose="020B0609020000020004" pitchFamily="49" charset="0"/>
              </a:rPr>
              <a:t>AddWithValue</a:t>
            </a:r>
            <a:r>
              <a:rPr lang="en-US" sz="1800" dirty="0">
                <a:solidFill>
                  <a:srgbClr val="000000"/>
                </a:solidFill>
                <a:highlight>
                  <a:srgbClr val="FFFFFF"/>
                </a:highlight>
                <a:latin typeface="Cascadia Mono" panose="020B0609020000020004" pitchFamily="49" charset="0"/>
              </a:rPr>
              <a:t>(</a:t>
            </a:r>
            <a:r>
              <a:rPr lang="en-US" sz="1800" dirty="0">
                <a:solidFill>
                  <a:srgbClr val="A31515"/>
                </a:solidFill>
                <a:highlight>
                  <a:srgbClr val="FFFFFF"/>
                </a:highlight>
                <a:latin typeface="Cascadia Mono" panose="020B0609020000020004" pitchFamily="49" charset="0"/>
              </a:rPr>
              <a:t>"@Vector"</a:t>
            </a:r>
            <a:r>
              <a:rPr lang="en-US" sz="1800" dirty="0">
                <a:solidFill>
                  <a:srgbClr val="000000"/>
                </a:solidFill>
                <a:highlight>
                  <a:srgbClr val="FFFFFF"/>
                </a:highlight>
                <a:latin typeface="Cascadia Mono" panose="020B0609020000020004" pitchFamily="49" charset="0"/>
              </a:rPr>
              <a:t>, </a:t>
            </a:r>
            <a:r>
              <a:rPr lang="en-US" sz="1800" dirty="0">
                <a:solidFill>
                  <a:srgbClr val="0000FF"/>
                </a:solidFill>
                <a:highlight>
                  <a:srgbClr val="FFFFFF"/>
                </a:highlight>
                <a:latin typeface="Cascadia Mono" panose="020B0609020000020004" pitchFamily="49" charset="0"/>
              </a:rPr>
              <a:t>new</a:t>
            </a:r>
            <a:r>
              <a:rPr lang="en-US" sz="1800" dirty="0">
                <a:solidFill>
                  <a:srgbClr val="000000"/>
                </a:solidFill>
                <a:highlight>
                  <a:srgbClr val="FFFFFF"/>
                </a:highlight>
                <a:latin typeface="Cascadia Mono" panose="020B0609020000020004" pitchFamily="49" charset="0"/>
              </a:rPr>
              <a:t> </a:t>
            </a:r>
            <a:r>
              <a:rPr lang="en-US" sz="1800" dirty="0" err="1">
                <a:solidFill>
                  <a:srgbClr val="2B91AF"/>
                </a:solidFill>
                <a:highlight>
                  <a:srgbClr val="FFFFFF"/>
                </a:highlight>
                <a:latin typeface="Cascadia Mono" panose="020B0609020000020004" pitchFamily="49" charset="0"/>
              </a:rPr>
              <a:t>SqlVector</a:t>
            </a:r>
            <a:r>
              <a:rPr lang="en-US" sz="1800" dirty="0">
                <a:solidFill>
                  <a:srgbClr val="000000"/>
                </a:solidFill>
                <a:highlight>
                  <a:srgbClr val="FFFFFF"/>
                </a:highlight>
                <a:latin typeface="Cascadia Mono" panose="020B0609020000020004" pitchFamily="49" charset="0"/>
              </a:rPr>
              <a:t>&lt;</a:t>
            </a:r>
            <a:r>
              <a:rPr lang="en-US" sz="1800" dirty="0">
                <a:solidFill>
                  <a:srgbClr val="0000FF"/>
                </a:solidFill>
                <a:highlight>
                  <a:srgbClr val="FFFFFF"/>
                </a:highlight>
                <a:latin typeface="Cascadia Mono" panose="020B0609020000020004" pitchFamily="49" charset="0"/>
              </a:rPr>
              <a:t>float</a:t>
            </a:r>
            <a:r>
              <a:rPr lang="en-US" sz="1800" dirty="0">
                <a:solidFill>
                  <a:srgbClr val="000000"/>
                </a:solidFill>
                <a:highlight>
                  <a:srgbClr val="FFFFFF"/>
                </a:highlight>
                <a:latin typeface="Cascadia Mono" panose="020B0609020000020004" pitchFamily="49" charset="0"/>
              </a:rPr>
              <a:t>&gt;(</a:t>
            </a:r>
            <a:r>
              <a:rPr lang="en-US" sz="1800" dirty="0">
                <a:solidFill>
                  <a:srgbClr val="0000FF"/>
                </a:solidFill>
                <a:highlight>
                  <a:srgbClr val="FFFFFF"/>
                </a:highlight>
                <a:latin typeface="Cascadia Mono" panose="020B0609020000020004" pitchFamily="49" charset="0"/>
              </a:rPr>
              <a:t>float</a:t>
            </a:r>
            <a:r>
              <a:rPr lang="en-US" sz="1800" dirty="0">
                <a:solidFill>
                  <a:srgbClr val="1F377F"/>
                </a:solidFill>
                <a:highlight>
                  <a:srgbClr val="FFFFFF"/>
                </a:highlight>
                <a:latin typeface="Cascadia Mono" panose="020B0609020000020004" pitchFamily="49" charset="0"/>
              </a:rPr>
              <a:t>[]{…}</a:t>
            </a:r>
            <a:r>
              <a:rPr lang="en-US" sz="1800" dirty="0">
                <a:solidFill>
                  <a:srgbClr val="000000"/>
                </a:solidFill>
                <a:highlight>
                  <a:srgbClr val="FFFFFF"/>
                </a:highlight>
                <a:latin typeface="Cascadia Mono" panose="020B0609020000020004" pitchFamily="49" charset="0"/>
              </a:rPr>
              <a:t>));</a:t>
            </a:r>
            <a:endParaRPr lang="en-US" dirty="0"/>
          </a:p>
        </p:txBody>
      </p:sp>
    </p:spTree>
    <p:extLst>
      <p:ext uri="{BB962C8B-B14F-4D97-AF65-F5344CB8AC3E}">
        <p14:creationId xmlns:p14="http://schemas.microsoft.com/office/powerpoint/2010/main" val="2764083094"/>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14177D-2A70-7E32-C75B-90C8424AB37D}"/>
              </a:ext>
            </a:extLst>
          </p:cNvPr>
          <p:cNvSpPr>
            <a:spLocks noGrp="1"/>
          </p:cNvSpPr>
          <p:nvPr>
            <p:ph type="title"/>
          </p:nvPr>
        </p:nvSpPr>
        <p:spPr>
          <a:xfrm>
            <a:off x="588263" y="457200"/>
            <a:ext cx="11018520" cy="923330"/>
          </a:xfrm>
        </p:spPr>
        <p:txBody>
          <a:bodyPr/>
          <a:lstStyle/>
          <a:p>
            <a:r>
              <a:rPr lang="en-US" dirty="0"/>
              <a:t>Can be used as JSON [OBSOLETE!!!]</a:t>
            </a:r>
            <a:br>
              <a:rPr lang="en-US" dirty="0"/>
            </a:br>
            <a:r>
              <a:rPr lang="en-US" sz="2400" dirty="0"/>
              <a:t>ADO.NET Driver v&lt;6.1.0</a:t>
            </a:r>
            <a:endParaRPr lang="de-DE" dirty="0"/>
          </a:p>
        </p:txBody>
      </p:sp>
      <p:sp>
        <p:nvSpPr>
          <p:cNvPr id="5" name="Rectangle 1">
            <a:extLst>
              <a:ext uri="{FF2B5EF4-FFF2-40B4-BE49-F238E27FC236}">
                <a16:creationId xmlns:a16="http://schemas.microsoft.com/office/drawing/2014/main" id="{FFD39331-D13E-71C7-42C4-7C5E90E63913}"/>
              </a:ext>
            </a:extLst>
          </p:cNvPr>
          <p:cNvSpPr>
            <a:spLocks noChangeArrowheads="1"/>
          </p:cNvSpPr>
          <p:nvPr/>
        </p:nvSpPr>
        <p:spPr bwMode="auto">
          <a:xfrm>
            <a:off x="2458112" y="2559254"/>
            <a:ext cx="5902321" cy="727068"/>
          </a:xfrm>
          <a:prstGeom prst="rect">
            <a:avLst/>
          </a:prstGeom>
          <a:solidFill>
            <a:srgbClr val="F4F3F5"/>
          </a:solidFill>
          <a:ln>
            <a:noFill/>
          </a:ln>
          <a:effectLst/>
        </p:spPr>
        <p:txBody>
          <a:bodyPr vert="horz" wrap="none" lIns="0" tIns="0" rIns="0" bIns="171396"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err="1">
                <a:ln>
                  <a:noFill/>
                </a:ln>
                <a:solidFill>
                  <a:srgbClr val="242424"/>
                </a:solidFill>
                <a:effectLst/>
                <a:latin typeface="Arial Unicode MS"/>
              </a:rPr>
              <a:t>sqlCmd.Parameters.AddWithValue</a:t>
            </a:r>
            <a:r>
              <a:rPr kumimoji="0" lang="en-US" altLang="en-US" b="0" i="0" u="none" strike="noStrike" cap="none" normalizeH="0" baseline="0" dirty="0">
                <a:ln>
                  <a:noFill/>
                </a:ln>
                <a:solidFill>
                  <a:srgbClr val="242424"/>
                </a:solidFill>
                <a:effectLst/>
                <a:latin typeface="Arial Unicode MS"/>
              </a:rPr>
              <a:t>(</a:t>
            </a:r>
            <a:r>
              <a:rPr kumimoji="0" lang="en-US" altLang="en-US" b="0" i="0" u="none" strike="noStrike" cap="none" normalizeH="0" baseline="0" dirty="0">
                <a:ln>
                  <a:noFill/>
                </a:ln>
                <a:solidFill>
                  <a:srgbClr val="A31515"/>
                </a:solidFill>
                <a:effectLst/>
                <a:latin typeface="Arial Unicode MS"/>
              </a:rPr>
              <a:t>"@Vector"</a:t>
            </a:r>
            <a:r>
              <a:rPr kumimoji="0" lang="en-US" altLang="en-US" b="0" i="0" u="none" strike="noStrike" cap="none" normalizeH="0" baseline="0" dirty="0">
                <a:ln>
                  <a:noFill/>
                </a:ln>
                <a:solidFill>
                  <a:srgbClr val="242424"/>
                </a:solidFill>
                <a:effectLst/>
                <a:latin typeface="Arial Unicode MS"/>
              </a:rPr>
              <a:t>, </a:t>
            </a:r>
            <a:br>
              <a:rPr kumimoji="0" lang="en-US" altLang="en-US" b="0" i="0" u="none" strike="noStrike" cap="none" normalizeH="0" baseline="0" dirty="0">
                <a:ln>
                  <a:noFill/>
                </a:ln>
                <a:solidFill>
                  <a:srgbClr val="242424"/>
                </a:solidFill>
                <a:effectLst/>
                <a:latin typeface="Arial Unicode MS"/>
              </a:rPr>
            </a:br>
            <a:r>
              <a:rPr kumimoji="0" lang="en-US" altLang="en-US" b="0" i="0" u="none" strike="noStrike" cap="none" normalizeH="0" baseline="0" dirty="0" err="1">
                <a:ln>
                  <a:noFill/>
                </a:ln>
                <a:solidFill>
                  <a:srgbClr val="242424"/>
                </a:solidFill>
                <a:effectLst/>
                <a:latin typeface="Arial Unicode MS"/>
              </a:rPr>
              <a:t>JsonSerializer.Serialize</a:t>
            </a:r>
            <a:r>
              <a:rPr kumimoji="0" lang="en-US" altLang="en-US" b="0" i="0" u="none" strike="noStrike" cap="none" normalizeH="0" baseline="0" dirty="0">
                <a:ln>
                  <a:noFill/>
                </a:ln>
                <a:solidFill>
                  <a:srgbClr val="242424"/>
                </a:solidFill>
                <a:effectLst/>
                <a:latin typeface="Arial Unicode MS"/>
              </a:rPr>
              <a:t>(</a:t>
            </a:r>
            <a:r>
              <a:rPr kumimoji="0" lang="en-US" altLang="en-US" b="0" i="0" u="none" strike="noStrike" cap="none" normalizeH="0" baseline="0" dirty="0">
                <a:ln>
                  <a:noFill/>
                </a:ln>
                <a:solidFill>
                  <a:srgbClr val="0101FD"/>
                </a:solidFill>
                <a:effectLst/>
                <a:latin typeface="Arial Unicode MS"/>
              </a:rPr>
              <a:t>new</a:t>
            </a:r>
            <a:r>
              <a:rPr kumimoji="0" lang="en-US" altLang="en-US" b="0" i="0" u="none" strike="noStrike" cap="none" normalizeH="0" baseline="0" dirty="0">
                <a:ln>
                  <a:noFill/>
                </a:ln>
                <a:solidFill>
                  <a:srgbClr val="242424"/>
                </a:solidFill>
                <a:effectLst/>
                <a:latin typeface="Arial Unicode MS"/>
              </a:rPr>
              <a:t> </a:t>
            </a:r>
            <a:r>
              <a:rPr kumimoji="0" lang="en-US" altLang="en-US" b="0" i="0" u="none" strike="noStrike" cap="none" normalizeH="0" baseline="0" dirty="0">
                <a:ln>
                  <a:noFill/>
                </a:ln>
                <a:solidFill>
                  <a:srgbClr val="0101FD"/>
                </a:solidFill>
                <a:effectLst/>
                <a:latin typeface="Arial Unicode MS"/>
              </a:rPr>
              <a:t>float</a:t>
            </a:r>
            <a:r>
              <a:rPr kumimoji="0" lang="en-US" altLang="en-US" b="0" i="0" u="none" strike="noStrike" cap="none" normalizeH="0" baseline="0" dirty="0">
                <a:ln>
                  <a:noFill/>
                </a:ln>
                <a:solidFill>
                  <a:srgbClr val="242424"/>
                </a:solidFill>
                <a:effectLst/>
                <a:latin typeface="Arial Unicode MS"/>
              </a:rPr>
              <a:t>[] { 1.12f, 2.22f, 3.33f }));</a:t>
            </a:r>
            <a:r>
              <a:rPr kumimoji="0" lang="en-US" altLang="en-US" sz="1100" b="0" i="0" u="none" strike="noStrike" cap="none" normalizeH="0" baseline="0" dirty="0">
                <a:ln>
                  <a:noFill/>
                </a:ln>
                <a:solidFill>
                  <a:schemeClr val="tx1"/>
                </a:solidFill>
                <a:effectLst/>
              </a:rPr>
              <a:t> </a:t>
            </a:r>
            <a:endParaRPr kumimoji="0" lang="en-US" altLang="en-US" sz="4000" b="0" i="0" u="none" strike="noStrike" cap="none" normalizeH="0" baseline="0" dirty="0">
              <a:ln>
                <a:noFill/>
              </a:ln>
              <a:solidFill>
                <a:schemeClr val="tx1"/>
              </a:solidFill>
              <a:effectLst/>
              <a:latin typeface="Arial" panose="020B0604020202020204" pitchFamily="34" charset="0"/>
            </a:endParaRPr>
          </a:p>
        </p:txBody>
      </p:sp>
      <p:sp>
        <p:nvSpPr>
          <p:cNvPr id="7" name="TextBox 6">
            <a:extLst>
              <a:ext uri="{FF2B5EF4-FFF2-40B4-BE49-F238E27FC236}">
                <a16:creationId xmlns:a16="http://schemas.microsoft.com/office/drawing/2014/main" id="{3E405980-51E4-878A-68EC-EBFFB1FE048E}"/>
              </a:ext>
            </a:extLst>
          </p:cNvPr>
          <p:cNvSpPr txBox="1"/>
          <p:nvPr/>
        </p:nvSpPr>
        <p:spPr>
          <a:xfrm>
            <a:off x="2172324" y="4101300"/>
            <a:ext cx="9057806" cy="369332"/>
          </a:xfrm>
          <a:prstGeom prst="rect">
            <a:avLst/>
          </a:prstGeom>
          <a:noFill/>
        </p:spPr>
        <p:txBody>
          <a:bodyPr wrap="square">
            <a:spAutoFit/>
          </a:bodyPr>
          <a:lstStyle/>
          <a:p>
            <a:r>
              <a:rPr lang="en-US" dirty="0" err="1"/>
              <a:t>sqlCmd.Parameters.AddWithValue</a:t>
            </a:r>
            <a:r>
              <a:rPr lang="en-US" dirty="0"/>
              <a:t>("</a:t>
            </a:r>
            <a:r>
              <a:rPr lang="en-US" dirty="0">
                <a:solidFill>
                  <a:srgbClr val="A31515"/>
                </a:solidFill>
                <a:latin typeface="Arial Unicode MS"/>
              </a:rPr>
              <a:t>@Vector</a:t>
            </a:r>
            <a:r>
              <a:rPr lang="en-US" dirty="0"/>
              <a:t>", ‘[1.12, 2.22, 3.33]’);</a:t>
            </a:r>
          </a:p>
        </p:txBody>
      </p:sp>
      <p:pic>
        <p:nvPicPr>
          <p:cNvPr id="9" name="Picture 8">
            <a:extLst>
              <a:ext uri="{FF2B5EF4-FFF2-40B4-BE49-F238E27FC236}">
                <a16:creationId xmlns:a16="http://schemas.microsoft.com/office/drawing/2014/main" id="{BDB36AF1-4143-5021-3F23-C44D5F49D037}"/>
              </a:ext>
            </a:extLst>
          </p:cNvPr>
          <p:cNvPicPr>
            <a:picLocks noChangeAspect="1"/>
          </p:cNvPicPr>
          <p:nvPr/>
        </p:nvPicPr>
        <p:blipFill>
          <a:blip r:embed="rId2"/>
          <a:stretch>
            <a:fillRect/>
          </a:stretch>
        </p:blipFill>
        <p:spPr>
          <a:xfrm>
            <a:off x="3103902" y="5168026"/>
            <a:ext cx="4039164" cy="419158"/>
          </a:xfrm>
          <a:prstGeom prst="rect">
            <a:avLst/>
          </a:prstGeom>
        </p:spPr>
      </p:pic>
    </p:spTree>
    <p:extLst>
      <p:ext uri="{BB962C8B-B14F-4D97-AF65-F5344CB8AC3E}">
        <p14:creationId xmlns:p14="http://schemas.microsoft.com/office/powerpoint/2010/main" val="1696385336"/>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849C2C-11D2-1699-973D-AEEAFE38E9FA}"/>
              </a:ext>
            </a:extLst>
          </p:cNvPr>
          <p:cNvSpPr>
            <a:spLocks noGrp="1"/>
          </p:cNvSpPr>
          <p:nvPr>
            <p:ph type="title"/>
          </p:nvPr>
        </p:nvSpPr>
        <p:spPr/>
        <p:txBody>
          <a:bodyPr/>
          <a:lstStyle/>
          <a:p>
            <a:r>
              <a:rPr lang="en-US" dirty="0"/>
              <a:t>Insert and Query by VECTOR Cosine Distance</a:t>
            </a:r>
            <a:endParaRPr lang="de-DE" dirty="0"/>
          </a:p>
        </p:txBody>
      </p:sp>
      <p:sp>
        <p:nvSpPr>
          <p:cNvPr id="3" name="Content Placeholder 2">
            <a:extLst>
              <a:ext uri="{FF2B5EF4-FFF2-40B4-BE49-F238E27FC236}">
                <a16:creationId xmlns:a16="http://schemas.microsoft.com/office/drawing/2014/main" id="{4033A334-7A6A-FF13-DC55-E6B475D0E9E2}"/>
              </a:ext>
            </a:extLst>
          </p:cNvPr>
          <p:cNvSpPr>
            <a:spLocks noGrp="1"/>
          </p:cNvSpPr>
          <p:nvPr>
            <p:ph sz="quarter" idx="10"/>
          </p:nvPr>
        </p:nvSpPr>
        <p:spPr>
          <a:xfrm>
            <a:off x="500311" y="1208598"/>
            <a:ext cx="11018838" cy="5903154"/>
          </a:xfrm>
        </p:spPr>
        <p:txBody>
          <a:bodyPr/>
          <a:lstStyle/>
          <a:p>
            <a:pPr marL="0" indent="0">
              <a:buNone/>
            </a:pPr>
            <a:endParaRPr lang="en-US" sz="1400" dirty="0">
              <a:solidFill>
                <a:srgbClr val="000000"/>
              </a:solidFill>
              <a:highlight>
                <a:srgbClr val="FFFFFF"/>
              </a:highlight>
              <a:latin typeface="Cascadia Mono" panose="020B0609020000020004" pitchFamily="49" charset="0"/>
            </a:endParaRPr>
          </a:p>
          <a:p>
            <a:pPr marL="0" indent="0">
              <a:buNone/>
            </a:pPr>
            <a:r>
              <a:rPr lang="es-ES" sz="1400" dirty="0">
                <a:solidFill>
                  <a:srgbClr val="0000FF"/>
                </a:solidFill>
                <a:highlight>
                  <a:srgbClr val="FFFFFF"/>
                </a:highlight>
                <a:latin typeface="Cascadia Mono" panose="020B0609020000020004" pitchFamily="49" charset="0"/>
              </a:rPr>
              <a:t>DECLARE</a:t>
            </a:r>
            <a:r>
              <a:rPr lang="es-ES" sz="1400" dirty="0">
                <a:solidFill>
                  <a:srgbClr val="000000"/>
                </a:solidFill>
                <a:highlight>
                  <a:srgbClr val="FFFFFF"/>
                </a:highlight>
                <a:latin typeface="Cascadia Mono" panose="020B0609020000020004" pitchFamily="49" charset="0"/>
              </a:rPr>
              <a:t> @e1 </a:t>
            </a:r>
            <a:r>
              <a:rPr lang="es-ES" sz="1400" dirty="0">
                <a:solidFill>
                  <a:srgbClr val="0000FF"/>
                </a:solidFill>
                <a:highlight>
                  <a:srgbClr val="FFFFFF"/>
                </a:highlight>
                <a:latin typeface="Cascadia Mono" panose="020B0609020000020004" pitchFamily="49" charset="0"/>
              </a:rPr>
              <a:t>VECTOR</a:t>
            </a:r>
            <a:r>
              <a:rPr lang="es-ES" sz="1400" dirty="0">
                <a:solidFill>
                  <a:srgbClr val="808080"/>
                </a:solidFill>
                <a:highlight>
                  <a:srgbClr val="FFFFFF"/>
                </a:highlight>
                <a:latin typeface="Cascadia Mono" panose="020B0609020000020004" pitchFamily="49" charset="0"/>
              </a:rPr>
              <a:t>(</a:t>
            </a:r>
            <a:r>
              <a:rPr lang="es-ES" sz="1400" dirty="0">
                <a:solidFill>
                  <a:srgbClr val="000000"/>
                </a:solidFill>
                <a:highlight>
                  <a:srgbClr val="FFFFFF"/>
                </a:highlight>
                <a:latin typeface="Cascadia Mono" panose="020B0609020000020004" pitchFamily="49" charset="0"/>
              </a:rPr>
              <a:t>5</a:t>
            </a:r>
            <a:r>
              <a:rPr lang="es-ES" sz="1400" dirty="0">
                <a:solidFill>
                  <a:srgbClr val="808080"/>
                </a:solidFill>
                <a:highlight>
                  <a:srgbClr val="FFFFFF"/>
                </a:highlight>
                <a:latin typeface="Cascadia Mono" panose="020B0609020000020004" pitchFamily="49" charset="0"/>
              </a:rPr>
              <a:t>)</a:t>
            </a:r>
            <a:r>
              <a:rPr lang="es-ES" sz="1400" dirty="0">
                <a:solidFill>
                  <a:srgbClr val="000000"/>
                </a:solidFill>
                <a:highlight>
                  <a:srgbClr val="FFFFFF"/>
                </a:highlight>
                <a:latin typeface="Cascadia Mono" panose="020B0609020000020004" pitchFamily="49" charset="0"/>
              </a:rPr>
              <a:t> </a:t>
            </a:r>
            <a:r>
              <a:rPr lang="es-ES" sz="1400" dirty="0">
                <a:solidFill>
                  <a:srgbClr val="808080"/>
                </a:solidFill>
                <a:highlight>
                  <a:srgbClr val="FFFFFF"/>
                </a:highlight>
                <a:latin typeface="Cascadia Mono" panose="020B0609020000020004" pitchFamily="49" charset="0"/>
              </a:rPr>
              <a:t>=</a:t>
            </a:r>
            <a:r>
              <a:rPr lang="es-ES" sz="1400" dirty="0">
                <a:solidFill>
                  <a:srgbClr val="000000"/>
                </a:solidFill>
                <a:highlight>
                  <a:srgbClr val="FFFFFF"/>
                </a:highlight>
                <a:latin typeface="Cascadia Mono" panose="020B0609020000020004" pitchFamily="49" charset="0"/>
              </a:rPr>
              <a:t> </a:t>
            </a:r>
            <a:r>
              <a:rPr lang="es-ES" sz="1400" dirty="0">
                <a:solidFill>
                  <a:srgbClr val="FF0000"/>
                </a:solidFill>
                <a:highlight>
                  <a:srgbClr val="FFFFFF"/>
                </a:highlight>
                <a:latin typeface="Cascadia Mono" panose="020B0609020000020004" pitchFamily="49" charset="0"/>
              </a:rPr>
              <a:t>'[1.1, 2.2, 3.3, 4.4, 5.5]'</a:t>
            </a:r>
            <a:r>
              <a:rPr lang="es-ES" sz="1400" dirty="0">
                <a:solidFill>
                  <a:srgbClr val="808080"/>
                </a:solidFill>
                <a:highlight>
                  <a:srgbClr val="FFFFFF"/>
                </a:highlight>
                <a:latin typeface="Cascadia Mono" panose="020B0609020000020004" pitchFamily="49" charset="0"/>
              </a:rPr>
              <a:t>;</a:t>
            </a:r>
            <a:endParaRPr lang="es-ES" sz="1400" dirty="0">
              <a:solidFill>
                <a:srgbClr val="000000"/>
              </a:solidFill>
              <a:highlight>
                <a:srgbClr val="FFFFFF"/>
              </a:highlight>
              <a:latin typeface="Cascadia Mono" panose="020B0609020000020004" pitchFamily="49" charset="0"/>
            </a:endParaRPr>
          </a:p>
          <a:p>
            <a:pPr marL="0" indent="0">
              <a:buNone/>
            </a:pPr>
            <a:r>
              <a:rPr lang="es-ES" sz="1400" dirty="0">
                <a:solidFill>
                  <a:srgbClr val="0000FF"/>
                </a:solidFill>
                <a:highlight>
                  <a:srgbClr val="FFFFFF"/>
                </a:highlight>
                <a:latin typeface="Cascadia Mono" panose="020B0609020000020004" pitchFamily="49" charset="0"/>
              </a:rPr>
              <a:t>DECLARE</a:t>
            </a:r>
            <a:r>
              <a:rPr lang="es-ES" sz="1400" dirty="0">
                <a:solidFill>
                  <a:srgbClr val="000000"/>
                </a:solidFill>
                <a:highlight>
                  <a:srgbClr val="FFFFFF"/>
                </a:highlight>
                <a:latin typeface="Cascadia Mono" panose="020B0609020000020004" pitchFamily="49" charset="0"/>
              </a:rPr>
              <a:t> @e2 </a:t>
            </a:r>
            <a:r>
              <a:rPr lang="es-ES" sz="1400" dirty="0">
                <a:solidFill>
                  <a:srgbClr val="0000FF"/>
                </a:solidFill>
                <a:highlight>
                  <a:srgbClr val="FFFFFF"/>
                </a:highlight>
                <a:latin typeface="Cascadia Mono" panose="020B0609020000020004" pitchFamily="49" charset="0"/>
              </a:rPr>
              <a:t>VECTOR</a:t>
            </a:r>
            <a:r>
              <a:rPr lang="es-ES" sz="1400" dirty="0">
                <a:solidFill>
                  <a:srgbClr val="808080"/>
                </a:solidFill>
                <a:highlight>
                  <a:srgbClr val="FFFFFF"/>
                </a:highlight>
                <a:latin typeface="Cascadia Mono" panose="020B0609020000020004" pitchFamily="49" charset="0"/>
              </a:rPr>
              <a:t>(</a:t>
            </a:r>
            <a:r>
              <a:rPr lang="es-ES" sz="1400" dirty="0">
                <a:solidFill>
                  <a:srgbClr val="000000"/>
                </a:solidFill>
                <a:highlight>
                  <a:srgbClr val="FFFFFF"/>
                </a:highlight>
                <a:latin typeface="Cascadia Mono" panose="020B0609020000020004" pitchFamily="49" charset="0"/>
              </a:rPr>
              <a:t>5</a:t>
            </a:r>
            <a:r>
              <a:rPr lang="es-ES" sz="1400" dirty="0">
                <a:solidFill>
                  <a:srgbClr val="808080"/>
                </a:solidFill>
                <a:highlight>
                  <a:srgbClr val="FFFFFF"/>
                </a:highlight>
                <a:latin typeface="Cascadia Mono" panose="020B0609020000020004" pitchFamily="49" charset="0"/>
              </a:rPr>
              <a:t>)</a:t>
            </a:r>
            <a:r>
              <a:rPr lang="es-ES" sz="1400" dirty="0">
                <a:solidFill>
                  <a:srgbClr val="000000"/>
                </a:solidFill>
                <a:highlight>
                  <a:srgbClr val="FFFFFF"/>
                </a:highlight>
                <a:latin typeface="Cascadia Mono" panose="020B0609020000020004" pitchFamily="49" charset="0"/>
              </a:rPr>
              <a:t> </a:t>
            </a:r>
            <a:r>
              <a:rPr lang="es-ES" sz="1400" dirty="0">
                <a:solidFill>
                  <a:srgbClr val="808080"/>
                </a:solidFill>
                <a:highlight>
                  <a:srgbClr val="FFFFFF"/>
                </a:highlight>
                <a:latin typeface="Cascadia Mono" panose="020B0609020000020004" pitchFamily="49" charset="0"/>
              </a:rPr>
              <a:t>=</a:t>
            </a:r>
            <a:r>
              <a:rPr lang="es-ES" sz="1400" dirty="0">
                <a:solidFill>
                  <a:srgbClr val="000000"/>
                </a:solidFill>
                <a:highlight>
                  <a:srgbClr val="FFFFFF"/>
                </a:highlight>
                <a:latin typeface="Cascadia Mono" panose="020B0609020000020004" pitchFamily="49" charset="0"/>
              </a:rPr>
              <a:t> </a:t>
            </a:r>
            <a:r>
              <a:rPr lang="es-ES" sz="1400" dirty="0">
                <a:solidFill>
                  <a:srgbClr val="FF0000"/>
                </a:solidFill>
                <a:highlight>
                  <a:srgbClr val="FFFFFF"/>
                </a:highlight>
                <a:latin typeface="Cascadia Mono" panose="020B0609020000020004" pitchFamily="49" charset="0"/>
              </a:rPr>
              <a:t>'[6.1, 7.2, 8.3, 9.4, 10.5]'</a:t>
            </a:r>
            <a:r>
              <a:rPr lang="es-ES" sz="1400" dirty="0">
                <a:solidFill>
                  <a:srgbClr val="808080"/>
                </a:solidFill>
                <a:highlight>
                  <a:srgbClr val="FFFFFF"/>
                </a:highlight>
                <a:latin typeface="Cascadia Mono" panose="020B0609020000020004" pitchFamily="49" charset="0"/>
              </a:rPr>
              <a:t>;</a:t>
            </a:r>
            <a:endParaRPr lang="es-ES" sz="1400" dirty="0">
              <a:solidFill>
                <a:srgbClr val="000000"/>
              </a:solidFill>
              <a:highlight>
                <a:srgbClr val="FFFFFF"/>
              </a:highlight>
              <a:latin typeface="Cascadia Mono" panose="020B0609020000020004" pitchFamily="49" charset="0"/>
            </a:endParaRPr>
          </a:p>
          <a:p>
            <a:pPr marL="0" indent="0">
              <a:buNone/>
            </a:pPr>
            <a:r>
              <a:rPr lang="es-ES" sz="1400" dirty="0">
                <a:solidFill>
                  <a:srgbClr val="0000FF"/>
                </a:solidFill>
                <a:highlight>
                  <a:srgbClr val="FFFFFF"/>
                </a:highlight>
                <a:latin typeface="Cascadia Mono" panose="020B0609020000020004" pitchFamily="49" charset="0"/>
              </a:rPr>
              <a:t>DECLARE</a:t>
            </a:r>
            <a:r>
              <a:rPr lang="es-ES" sz="1400" dirty="0">
                <a:solidFill>
                  <a:srgbClr val="000000"/>
                </a:solidFill>
                <a:highlight>
                  <a:srgbClr val="FFFFFF"/>
                </a:highlight>
                <a:latin typeface="Cascadia Mono" panose="020B0609020000020004" pitchFamily="49" charset="0"/>
              </a:rPr>
              <a:t> @e3 </a:t>
            </a:r>
            <a:r>
              <a:rPr lang="es-ES" sz="1400" dirty="0">
                <a:solidFill>
                  <a:srgbClr val="0000FF"/>
                </a:solidFill>
                <a:highlight>
                  <a:srgbClr val="FFFFFF"/>
                </a:highlight>
                <a:latin typeface="Cascadia Mono" panose="020B0609020000020004" pitchFamily="49" charset="0"/>
              </a:rPr>
              <a:t>VECTOR</a:t>
            </a:r>
            <a:r>
              <a:rPr lang="es-ES" sz="1400" dirty="0">
                <a:solidFill>
                  <a:srgbClr val="808080"/>
                </a:solidFill>
                <a:highlight>
                  <a:srgbClr val="FFFFFF"/>
                </a:highlight>
                <a:latin typeface="Cascadia Mono" panose="020B0609020000020004" pitchFamily="49" charset="0"/>
              </a:rPr>
              <a:t>(</a:t>
            </a:r>
            <a:r>
              <a:rPr lang="es-ES" sz="1400" dirty="0">
                <a:solidFill>
                  <a:srgbClr val="000000"/>
                </a:solidFill>
                <a:highlight>
                  <a:srgbClr val="FFFFFF"/>
                </a:highlight>
                <a:latin typeface="Cascadia Mono" panose="020B0609020000020004" pitchFamily="49" charset="0"/>
              </a:rPr>
              <a:t>5</a:t>
            </a:r>
            <a:r>
              <a:rPr lang="es-ES" sz="1400" dirty="0">
                <a:solidFill>
                  <a:srgbClr val="808080"/>
                </a:solidFill>
                <a:highlight>
                  <a:srgbClr val="FFFFFF"/>
                </a:highlight>
                <a:latin typeface="Cascadia Mono" panose="020B0609020000020004" pitchFamily="49" charset="0"/>
              </a:rPr>
              <a:t>)</a:t>
            </a:r>
            <a:r>
              <a:rPr lang="es-ES" sz="1400" dirty="0">
                <a:solidFill>
                  <a:srgbClr val="000000"/>
                </a:solidFill>
                <a:highlight>
                  <a:srgbClr val="FFFFFF"/>
                </a:highlight>
                <a:latin typeface="Cascadia Mono" panose="020B0609020000020004" pitchFamily="49" charset="0"/>
              </a:rPr>
              <a:t> </a:t>
            </a:r>
            <a:r>
              <a:rPr lang="es-ES" sz="1400" dirty="0">
                <a:solidFill>
                  <a:srgbClr val="808080"/>
                </a:solidFill>
                <a:highlight>
                  <a:srgbClr val="FFFFFF"/>
                </a:highlight>
                <a:latin typeface="Cascadia Mono" panose="020B0609020000020004" pitchFamily="49" charset="0"/>
              </a:rPr>
              <a:t>=</a:t>
            </a:r>
            <a:r>
              <a:rPr lang="es-ES" sz="1400" dirty="0">
                <a:solidFill>
                  <a:srgbClr val="000000"/>
                </a:solidFill>
                <a:highlight>
                  <a:srgbClr val="FFFFFF"/>
                </a:highlight>
                <a:latin typeface="Cascadia Mono" panose="020B0609020000020004" pitchFamily="49" charset="0"/>
              </a:rPr>
              <a:t> </a:t>
            </a:r>
            <a:r>
              <a:rPr lang="es-ES" sz="1400" dirty="0">
                <a:solidFill>
                  <a:srgbClr val="FF0000"/>
                </a:solidFill>
                <a:highlight>
                  <a:srgbClr val="FFFFFF"/>
                </a:highlight>
                <a:latin typeface="Cascadia Mono" panose="020B0609020000020004" pitchFamily="49" charset="0"/>
              </a:rPr>
              <a:t>'[11.1, 12.2, 13.3, 14.4, 15.5]'</a:t>
            </a:r>
            <a:r>
              <a:rPr lang="es-ES" sz="1400" dirty="0">
                <a:solidFill>
                  <a:srgbClr val="808080"/>
                </a:solidFill>
                <a:highlight>
                  <a:srgbClr val="FFFFFF"/>
                </a:highlight>
                <a:latin typeface="Cascadia Mono" panose="020B0609020000020004" pitchFamily="49" charset="0"/>
              </a:rPr>
              <a:t>;</a:t>
            </a:r>
            <a:endParaRPr lang="es-ES" sz="1400" dirty="0">
              <a:solidFill>
                <a:srgbClr val="000000"/>
              </a:solidFill>
              <a:highlight>
                <a:srgbClr val="FFFFFF"/>
              </a:highlight>
              <a:latin typeface="Cascadia Mono" panose="020B0609020000020004" pitchFamily="49" charset="0"/>
            </a:endParaRPr>
          </a:p>
          <a:p>
            <a:pPr marL="0" indent="0">
              <a:buNone/>
            </a:pPr>
            <a:r>
              <a:rPr lang="es-ES" sz="1400" dirty="0">
                <a:solidFill>
                  <a:srgbClr val="0000FF"/>
                </a:solidFill>
                <a:highlight>
                  <a:srgbClr val="FFFFFF"/>
                </a:highlight>
                <a:latin typeface="Cascadia Mono" panose="020B0609020000020004" pitchFamily="49" charset="0"/>
              </a:rPr>
              <a:t>DECLARE</a:t>
            </a:r>
            <a:r>
              <a:rPr lang="es-ES" sz="1400" dirty="0">
                <a:solidFill>
                  <a:srgbClr val="000000"/>
                </a:solidFill>
                <a:highlight>
                  <a:srgbClr val="FFFFFF"/>
                </a:highlight>
                <a:latin typeface="Cascadia Mono" panose="020B0609020000020004" pitchFamily="49" charset="0"/>
              </a:rPr>
              <a:t> @e4 </a:t>
            </a:r>
            <a:r>
              <a:rPr lang="es-ES" sz="1400" dirty="0">
                <a:solidFill>
                  <a:srgbClr val="0000FF"/>
                </a:solidFill>
                <a:highlight>
                  <a:srgbClr val="FFFFFF"/>
                </a:highlight>
                <a:latin typeface="Cascadia Mono" panose="020B0609020000020004" pitchFamily="49" charset="0"/>
              </a:rPr>
              <a:t>VECTOR</a:t>
            </a:r>
            <a:r>
              <a:rPr lang="es-ES" sz="1400" dirty="0">
                <a:solidFill>
                  <a:srgbClr val="808080"/>
                </a:solidFill>
                <a:highlight>
                  <a:srgbClr val="FFFFFF"/>
                </a:highlight>
                <a:latin typeface="Cascadia Mono" panose="020B0609020000020004" pitchFamily="49" charset="0"/>
              </a:rPr>
              <a:t>(</a:t>
            </a:r>
            <a:r>
              <a:rPr lang="es-ES" sz="1400" dirty="0">
                <a:solidFill>
                  <a:srgbClr val="000000"/>
                </a:solidFill>
                <a:highlight>
                  <a:srgbClr val="FFFFFF"/>
                </a:highlight>
                <a:latin typeface="Cascadia Mono" panose="020B0609020000020004" pitchFamily="49" charset="0"/>
              </a:rPr>
              <a:t>5</a:t>
            </a:r>
            <a:r>
              <a:rPr lang="es-ES" sz="1400" dirty="0">
                <a:solidFill>
                  <a:srgbClr val="808080"/>
                </a:solidFill>
                <a:highlight>
                  <a:srgbClr val="FFFFFF"/>
                </a:highlight>
                <a:latin typeface="Cascadia Mono" panose="020B0609020000020004" pitchFamily="49" charset="0"/>
              </a:rPr>
              <a:t>)</a:t>
            </a:r>
            <a:r>
              <a:rPr lang="es-ES" sz="1400" dirty="0">
                <a:solidFill>
                  <a:srgbClr val="000000"/>
                </a:solidFill>
                <a:highlight>
                  <a:srgbClr val="FFFFFF"/>
                </a:highlight>
                <a:latin typeface="Cascadia Mono" panose="020B0609020000020004" pitchFamily="49" charset="0"/>
              </a:rPr>
              <a:t> </a:t>
            </a:r>
            <a:r>
              <a:rPr lang="es-ES" sz="1400" dirty="0">
                <a:solidFill>
                  <a:srgbClr val="808080"/>
                </a:solidFill>
                <a:highlight>
                  <a:srgbClr val="FFFFFF"/>
                </a:highlight>
                <a:latin typeface="Cascadia Mono" panose="020B0609020000020004" pitchFamily="49" charset="0"/>
              </a:rPr>
              <a:t>=</a:t>
            </a:r>
            <a:r>
              <a:rPr lang="es-ES" sz="1400" dirty="0">
                <a:solidFill>
                  <a:srgbClr val="000000"/>
                </a:solidFill>
                <a:highlight>
                  <a:srgbClr val="FFFFFF"/>
                </a:highlight>
                <a:latin typeface="Cascadia Mono" panose="020B0609020000020004" pitchFamily="49" charset="0"/>
              </a:rPr>
              <a:t> </a:t>
            </a:r>
            <a:r>
              <a:rPr lang="es-ES" sz="1400" dirty="0">
                <a:solidFill>
                  <a:srgbClr val="FF0000"/>
                </a:solidFill>
                <a:highlight>
                  <a:srgbClr val="FFFFFF"/>
                </a:highlight>
                <a:latin typeface="Cascadia Mono" panose="020B0609020000020004" pitchFamily="49" charset="0"/>
              </a:rPr>
              <a:t>'[11.1, 12.2, 13.3, 14.4, 15.5]'</a:t>
            </a:r>
            <a:r>
              <a:rPr lang="es-ES" sz="1400" dirty="0">
                <a:solidFill>
                  <a:srgbClr val="808080"/>
                </a:solidFill>
                <a:highlight>
                  <a:srgbClr val="FFFFFF"/>
                </a:highlight>
                <a:latin typeface="Cascadia Mono" panose="020B0609020000020004" pitchFamily="49" charset="0"/>
              </a:rPr>
              <a:t>;</a:t>
            </a:r>
            <a:endParaRPr lang="es-ES" sz="1400" dirty="0">
              <a:solidFill>
                <a:srgbClr val="000000"/>
              </a:solidFill>
              <a:highlight>
                <a:srgbClr val="FFFFFF"/>
              </a:highlight>
              <a:latin typeface="Cascadia Mono" panose="020B0609020000020004" pitchFamily="49" charset="0"/>
            </a:endParaRPr>
          </a:p>
          <a:p>
            <a:pPr marL="0" indent="0">
              <a:buNone/>
            </a:pPr>
            <a:r>
              <a:rPr lang="es-ES" sz="1400" dirty="0">
                <a:solidFill>
                  <a:srgbClr val="0000FF"/>
                </a:solidFill>
                <a:highlight>
                  <a:srgbClr val="FFFFFF"/>
                </a:highlight>
                <a:latin typeface="Cascadia Mono" panose="020B0609020000020004" pitchFamily="49" charset="0"/>
              </a:rPr>
              <a:t>DECLARE</a:t>
            </a:r>
            <a:r>
              <a:rPr lang="es-ES" sz="1400" dirty="0">
                <a:solidFill>
                  <a:srgbClr val="000000"/>
                </a:solidFill>
                <a:highlight>
                  <a:srgbClr val="FFFFFF"/>
                </a:highlight>
                <a:latin typeface="Cascadia Mono" panose="020B0609020000020004" pitchFamily="49" charset="0"/>
              </a:rPr>
              <a:t> @e5 </a:t>
            </a:r>
            <a:r>
              <a:rPr lang="es-ES" sz="1400" dirty="0">
                <a:solidFill>
                  <a:srgbClr val="0000FF"/>
                </a:solidFill>
                <a:highlight>
                  <a:srgbClr val="FFFFFF"/>
                </a:highlight>
                <a:latin typeface="Cascadia Mono" panose="020B0609020000020004" pitchFamily="49" charset="0"/>
              </a:rPr>
              <a:t>VECTOR</a:t>
            </a:r>
            <a:r>
              <a:rPr lang="es-ES" sz="1400" dirty="0">
                <a:solidFill>
                  <a:srgbClr val="808080"/>
                </a:solidFill>
                <a:highlight>
                  <a:srgbClr val="FFFFFF"/>
                </a:highlight>
                <a:latin typeface="Cascadia Mono" panose="020B0609020000020004" pitchFamily="49" charset="0"/>
              </a:rPr>
              <a:t>(</a:t>
            </a:r>
            <a:r>
              <a:rPr lang="es-ES" sz="1400" dirty="0">
                <a:solidFill>
                  <a:srgbClr val="000000"/>
                </a:solidFill>
                <a:highlight>
                  <a:srgbClr val="FFFFFF"/>
                </a:highlight>
                <a:latin typeface="Cascadia Mono" panose="020B0609020000020004" pitchFamily="49" charset="0"/>
              </a:rPr>
              <a:t>5</a:t>
            </a:r>
            <a:r>
              <a:rPr lang="es-ES" sz="1400" dirty="0">
                <a:solidFill>
                  <a:srgbClr val="808080"/>
                </a:solidFill>
                <a:highlight>
                  <a:srgbClr val="FFFFFF"/>
                </a:highlight>
                <a:latin typeface="Cascadia Mono" panose="020B0609020000020004" pitchFamily="49" charset="0"/>
              </a:rPr>
              <a:t>)</a:t>
            </a:r>
            <a:r>
              <a:rPr lang="es-ES" sz="1400" dirty="0">
                <a:solidFill>
                  <a:srgbClr val="000000"/>
                </a:solidFill>
                <a:highlight>
                  <a:srgbClr val="FFFFFF"/>
                </a:highlight>
                <a:latin typeface="Cascadia Mono" panose="020B0609020000020004" pitchFamily="49" charset="0"/>
              </a:rPr>
              <a:t> </a:t>
            </a:r>
            <a:r>
              <a:rPr lang="es-ES" sz="1400" dirty="0">
                <a:solidFill>
                  <a:srgbClr val="808080"/>
                </a:solidFill>
                <a:highlight>
                  <a:srgbClr val="FFFFFF"/>
                </a:highlight>
                <a:latin typeface="Cascadia Mono" panose="020B0609020000020004" pitchFamily="49" charset="0"/>
              </a:rPr>
              <a:t>=</a:t>
            </a:r>
            <a:r>
              <a:rPr lang="es-ES" sz="1400" dirty="0">
                <a:solidFill>
                  <a:srgbClr val="000000"/>
                </a:solidFill>
                <a:highlight>
                  <a:srgbClr val="FFFFFF"/>
                </a:highlight>
                <a:latin typeface="Cascadia Mono" panose="020B0609020000020004" pitchFamily="49" charset="0"/>
              </a:rPr>
              <a:t> </a:t>
            </a:r>
            <a:r>
              <a:rPr lang="es-ES" sz="1400" dirty="0">
                <a:solidFill>
                  <a:srgbClr val="FF0000"/>
                </a:solidFill>
                <a:highlight>
                  <a:srgbClr val="FFFFFF"/>
                </a:highlight>
                <a:latin typeface="Cascadia Mono" panose="020B0609020000020004" pitchFamily="49" charset="0"/>
              </a:rPr>
              <a:t>'[16.1, 17.2, 18.3, 19.4, 20.5]'</a:t>
            </a:r>
            <a:r>
              <a:rPr lang="es-ES" sz="1400" dirty="0">
                <a:solidFill>
                  <a:srgbClr val="808080"/>
                </a:solidFill>
                <a:highlight>
                  <a:srgbClr val="FFFFFF"/>
                </a:highlight>
                <a:latin typeface="Cascadia Mono" panose="020B0609020000020004" pitchFamily="49" charset="0"/>
              </a:rPr>
              <a:t>;</a:t>
            </a:r>
            <a:endParaRPr lang="es-ES" sz="1400" dirty="0">
              <a:solidFill>
                <a:srgbClr val="000000"/>
              </a:solidFill>
              <a:highlight>
                <a:srgbClr val="FFFFFF"/>
              </a:highlight>
              <a:latin typeface="Cascadia Mono" panose="020B0609020000020004" pitchFamily="49" charset="0"/>
            </a:endParaRPr>
          </a:p>
          <a:p>
            <a:pPr marL="0" indent="0">
              <a:buNone/>
            </a:pPr>
            <a:r>
              <a:rPr lang="es-ES" sz="1400" dirty="0">
                <a:solidFill>
                  <a:srgbClr val="0000FF"/>
                </a:solidFill>
                <a:highlight>
                  <a:srgbClr val="FFFFFF"/>
                </a:highlight>
                <a:latin typeface="Cascadia Mono" panose="020B0609020000020004" pitchFamily="49" charset="0"/>
              </a:rPr>
              <a:t>DECLARE</a:t>
            </a:r>
            <a:r>
              <a:rPr lang="es-ES" sz="1400" dirty="0">
                <a:solidFill>
                  <a:srgbClr val="000000"/>
                </a:solidFill>
                <a:highlight>
                  <a:srgbClr val="FFFFFF"/>
                </a:highlight>
                <a:latin typeface="Cascadia Mono" panose="020B0609020000020004" pitchFamily="49" charset="0"/>
              </a:rPr>
              <a:t> @e6 </a:t>
            </a:r>
            <a:r>
              <a:rPr lang="es-ES" sz="1400" dirty="0">
                <a:solidFill>
                  <a:srgbClr val="0000FF"/>
                </a:solidFill>
                <a:highlight>
                  <a:srgbClr val="FFFFFF"/>
                </a:highlight>
                <a:latin typeface="Cascadia Mono" panose="020B0609020000020004" pitchFamily="49" charset="0"/>
              </a:rPr>
              <a:t>VECTOR</a:t>
            </a:r>
            <a:r>
              <a:rPr lang="es-ES" sz="1400" dirty="0">
                <a:solidFill>
                  <a:srgbClr val="808080"/>
                </a:solidFill>
                <a:highlight>
                  <a:srgbClr val="FFFFFF"/>
                </a:highlight>
                <a:latin typeface="Cascadia Mono" panose="020B0609020000020004" pitchFamily="49" charset="0"/>
              </a:rPr>
              <a:t>(</a:t>
            </a:r>
            <a:r>
              <a:rPr lang="es-ES" sz="1400" dirty="0">
                <a:solidFill>
                  <a:srgbClr val="000000"/>
                </a:solidFill>
                <a:highlight>
                  <a:srgbClr val="FFFFFF"/>
                </a:highlight>
                <a:latin typeface="Cascadia Mono" panose="020B0609020000020004" pitchFamily="49" charset="0"/>
              </a:rPr>
              <a:t>5</a:t>
            </a:r>
            <a:r>
              <a:rPr lang="es-ES" sz="1400" dirty="0">
                <a:solidFill>
                  <a:srgbClr val="808080"/>
                </a:solidFill>
                <a:highlight>
                  <a:srgbClr val="FFFFFF"/>
                </a:highlight>
                <a:latin typeface="Cascadia Mono" panose="020B0609020000020004" pitchFamily="49" charset="0"/>
              </a:rPr>
              <a:t>)</a:t>
            </a:r>
            <a:r>
              <a:rPr lang="es-ES" sz="1400" dirty="0">
                <a:solidFill>
                  <a:srgbClr val="000000"/>
                </a:solidFill>
                <a:highlight>
                  <a:srgbClr val="FFFFFF"/>
                </a:highlight>
                <a:latin typeface="Cascadia Mono" panose="020B0609020000020004" pitchFamily="49" charset="0"/>
              </a:rPr>
              <a:t> </a:t>
            </a:r>
            <a:r>
              <a:rPr lang="es-ES" sz="1400" dirty="0">
                <a:solidFill>
                  <a:srgbClr val="808080"/>
                </a:solidFill>
                <a:highlight>
                  <a:srgbClr val="FFFFFF"/>
                </a:highlight>
                <a:latin typeface="Cascadia Mono" panose="020B0609020000020004" pitchFamily="49" charset="0"/>
              </a:rPr>
              <a:t>=</a:t>
            </a:r>
            <a:r>
              <a:rPr lang="es-ES" sz="1400" dirty="0">
                <a:solidFill>
                  <a:srgbClr val="000000"/>
                </a:solidFill>
                <a:highlight>
                  <a:srgbClr val="FFFFFF"/>
                </a:highlight>
                <a:latin typeface="Cascadia Mono" panose="020B0609020000020004" pitchFamily="49" charset="0"/>
              </a:rPr>
              <a:t> </a:t>
            </a:r>
            <a:r>
              <a:rPr lang="es-ES" sz="1400" dirty="0">
                <a:solidFill>
                  <a:srgbClr val="FF0000"/>
                </a:solidFill>
                <a:highlight>
                  <a:srgbClr val="FFFFFF"/>
                </a:highlight>
                <a:latin typeface="Cascadia Mono" panose="020B0609020000020004" pitchFamily="49" charset="0"/>
              </a:rPr>
              <a:t>'[21.1, 22.2, 23.3, 24.4, 25.5]'</a:t>
            </a:r>
            <a:r>
              <a:rPr lang="es-ES" sz="1400" dirty="0">
                <a:solidFill>
                  <a:srgbClr val="808080"/>
                </a:solidFill>
                <a:highlight>
                  <a:srgbClr val="FFFFFF"/>
                </a:highlight>
                <a:latin typeface="Cascadia Mono" panose="020B0609020000020004" pitchFamily="49" charset="0"/>
              </a:rPr>
              <a:t>;</a:t>
            </a:r>
            <a:endParaRPr lang="es-ES" sz="1400" dirty="0">
              <a:solidFill>
                <a:srgbClr val="000000"/>
              </a:solidFill>
              <a:highlight>
                <a:srgbClr val="FFFFFF"/>
              </a:highlight>
              <a:latin typeface="Cascadia Mono" panose="020B0609020000020004" pitchFamily="49" charset="0"/>
            </a:endParaRPr>
          </a:p>
          <a:p>
            <a:pPr marL="0" indent="0">
              <a:buNone/>
            </a:pPr>
            <a:r>
              <a:rPr lang="es-ES" sz="1400" dirty="0">
                <a:solidFill>
                  <a:srgbClr val="0000FF"/>
                </a:solidFill>
                <a:highlight>
                  <a:srgbClr val="FFFFFF"/>
                </a:highlight>
                <a:latin typeface="Cascadia Mono" panose="020B0609020000020004" pitchFamily="49" charset="0"/>
              </a:rPr>
              <a:t>DECLARE</a:t>
            </a:r>
            <a:r>
              <a:rPr lang="es-ES" sz="1400" dirty="0">
                <a:solidFill>
                  <a:srgbClr val="000000"/>
                </a:solidFill>
                <a:highlight>
                  <a:srgbClr val="FFFFFF"/>
                </a:highlight>
                <a:latin typeface="Cascadia Mono" panose="020B0609020000020004" pitchFamily="49" charset="0"/>
              </a:rPr>
              <a:t> @e7 </a:t>
            </a:r>
            <a:r>
              <a:rPr lang="es-ES" sz="1400" dirty="0">
                <a:solidFill>
                  <a:srgbClr val="0000FF"/>
                </a:solidFill>
                <a:highlight>
                  <a:srgbClr val="FFFFFF"/>
                </a:highlight>
                <a:latin typeface="Cascadia Mono" panose="020B0609020000020004" pitchFamily="49" charset="0"/>
              </a:rPr>
              <a:t>VECTOR</a:t>
            </a:r>
            <a:r>
              <a:rPr lang="es-ES" sz="1400" dirty="0">
                <a:solidFill>
                  <a:srgbClr val="808080"/>
                </a:solidFill>
                <a:highlight>
                  <a:srgbClr val="FFFFFF"/>
                </a:highlight>
                <a:latin typeface="Cascadia Mono" panose="020B0609020000020004" pitchFamily="49" charset="0"/>
              </a:rPr>
              <a:t>(</a:t>
            </a:r>
            <a:r>
              <a:rPr lang="es-ES" sz="1400" dirty="0">
                <a:solidFill>
                  <a:srgbClr val="000000"/>
                </a:solidFill>
                <a:highlight>
                  <a:srgbClr val="FFFFFF"/>
                </a:highlight>
                <a:latin typeface="Cascadia Mono" panose="020B0609020000020004" pitchFamily="49" charset="0"/>
              </a:rPr>
              <a:t>5</a:t>
            </a:r>
            <a:r>
              <a:rPr lang="es-ES" sz="1400" dirty="0">
                <a:solidFill>
                  <a:srgbClr val="808080"/>
                </a:solidFill>
                <a:highlight>
                  <a:srgbClr val="FFFFFF"/>
                </a:highlight>
                <a:latin typeface="Cascadia Mono" panose="020B0609020000020004" pitchFamily="49" charset="0"/>
              </a:rPr>
              <a:t>)</a:t>
            </a:r>
            <a:r>
              <a:rPr lang="es-ES" sz="1400" dirty="0">
                <a:solidFill>
                  <a:srgbClr val="000000"/>
                </a:solidFill>
                <a:highlight>
                  <a:srgbClr val="FFFFFF"/>
                </a:highlight>
                <a:latin typeface="Cascadia Mono" panose="020B0609020000020004" pitchFamily="49" charset="0"/>
              </a:rPr>
              <a:t> </a:t>
            </a:r>
            <a:r>
              <a:rPr lang="es-ES" sz="1400" dirty="0">
                <a:solidFill>
                  <a:srgbClr val="808080"/>
                </a:solidFill>
                <a:highlight>
                  <a:srgbClr val="FFFFFF"/>
                </a:highlight>
                <a:latin typeface="Cascadia Mono" panose="020B0609020000020004" pitchFamily="49" charset="0"/>
              </a:rPr>
              <a:t>=</a:t>
            </a:r>
            <a:r>
              <a:rPr lang="es-ES" sz="1400" dirty="0">
                <a:solidFill>
                  <a:srgbClr val="000000"/>
                </a:solidFill>
                <a:highlight>
                  <a:srgbClr val="FFFFFF"/>
                </a:highlight>
                <a:latin typeface="Cascadia Mono" panose="020B0609020000020004" pitchFamily="49" charset="0"/>
              </a:rPr>
              <a:t> </a:t>
            </a:r>
            <a:r>
              <a:rPr lang="es-ES" sz="1400" dirty="0">
                <a:solidFill>
                  <a:srgbClr val="FF0000"/>
                </a:solidFill>
                <a:highlight>
                  <a:srgbClr val="FFFFFF"/>
                </a:highlight>
                <a:latin typeface="Cascadia Mono" panose="020B0609020000020004" pitchFamily="49" charset="0"/>
              </a:rPr>
              <a:t>'[1.1, 2.2, 3.3, 4.4, 5.0]'</a:t>
            </a:r>
            <a:r>
              <a:rPr lang="es-ES" sz="1400" dirty="0">
                <a:solidFill>
                  <a:srgbClr val="808080"/>
                </a:solidFill>
                <a:highlight>
                  <a:srgbClr val="FFFFFF"/>
                </a:highlight>
                <a:latin typeface="Cascadia Mono" panose="020B0609020000020004" pitchFamily="49" charset="0"/>
              </a:rPr>
              <a:t>;</a:t>
            </a:r>
            <a:endParaRPr lang="es-ES" sz="1400" dirty="0">
              <a:solidFill>
                <a:srgbClr val="000000"/>
              </a:solidFill>
              <a:highlight>
                <a:srgbClr val="FFFFFF"/>
              </a:highlight>
              <a:latin typeface="Cascadia Mono" panose="020B0609020000020004" pitchFamily="49" charset="0"/>
            </a:endParaRPr>
          </a:p>
          <a:p>
            <a:pPr marL="0" indent="0">
              <a:buNone/>
            </a:pPr>
            <a:endParaRPr lang="en-US" sz="1400" dirty="0">
              <a:solidFill>
                <a:srgbClr val="000000"/>
              </a:solidFill>
              <a:highlight>
                <a:srgbClr val="FFFFFF"/>
              </a:highlight>
              <a:latin typeface="Cascadia Mono" panose="020B0609020000020004" pitchFamily="49" charset="0"/>
            </a:endParaRPr>
          </a:p>
          <a:p>
            <a:pPr marL="0" indent="0">
              <a:buNone/>
            </a:pPr>
            <a:r>
              <a:rPr lang="en-US" sz="1400" dirty="0">
                <a:solidFill>
                  <a:srgbClr val="0000FF"/>
                </a:solidFill>
                <a:highlight>
                  <a:srgbClr val="FFFFFF"/>
                </a:highlight>
                <a:latin typeface="Cascadia Mono" panose="020B0609020000020004" pitchFamily="49" charset="0"/>
              </a:rPr>
              <a:t>INSERT</a:t>
            </a:r>
            <a:r>
              <a:rPr lang="en-US" sz="1400" dirty="0">
                <a:solidFill>
                  <a:srgbClr val="000000"/>
                </a:solidFill>
                <a:highlight>
                  <a:srgbClr val="FFFFFF"/>
                </a:highlight>
                <a:latin typeface="Cascadia Mono" panose="020B0609020000020004" pitchFamily="49" charset="0"/>
              </a:rPr>
              <a:t> </a:t>
            </a:r>
            <a:r>
              <a:rPr lang="en-US" sz="1400" dirty="0">
                <a:solidFill>
                  <a:srgbClr val="0000FF"/>
                </a:solidFill>
                <a:highlight>
                  <a:srgbClr val="FFFFFF"/>
                </a:highlight>
                <a:latin typeface="Cascadia Mono" panose="020B0609020000020004" pitchFamily="49" charset="0"/>
              </a:rPr>
              <a:t>INTO</a:t>
            </a:r>
            <a:r>
              <a:rPr lang="en-US" sz="1400" dirty="0">
                <a:solidFill>
                  <a:srgbClr val="000000"/>
                </a:solidFill>
                <a:highlight>
                  <a:srgbClr val="FFFFFF"/>
                </a:highlight>
                <a:latin typeface="Cascadia Mono" panose="020B0609020000020004" pitchFamily="49" charset="0"/>
              </a:rPr>
              <a:t> </a:t>
            </a:r>
            <a:r>
              <a:rPr lang="en-US" sz="1400" dirty="0" err="1">
                <a:solidFill>
                  <a:srgbClr val="000000"/>
                </a:solidFill>
                <a:highlight>
                  <a:srgbClr val="FFFFFF"/>
                </a:highlight>
                <a:latin typeface="Cascadia Mono" panose="020B0609020000020004" pitchFamily="49" charset="0"/>
              </a:rPr>
              <a:t>dbo</a:t>
            </a:r>
            <a:r>
              <a:rPr lang="en-US" sz="1400" dirty="0" err="1">
                <a:solidFill>
                  <a:srgbClr val="808080"/>
                </a:solidFill>
                <a:highlight>
                  <a:srgbClr val="FFFFFF"/>
                </a:highlight>
                <a:latin typeface="Cascadia Mono" panose="020B0609020000020004" pitchFamily="49" charset="0"/>
              </a:rPr>
              <a:t>.</a:t>
            </a:r>
            <a:r>
              <a:rPr lang="en-US" sz="1400" dirty="0" err="1">
                <a:solidFill>
                  <a:srgbClr val="000000"/>
                </a:solidFill>
                <a:highlight>
                  <a:srgbClr val="FFFFFF"/>
                </a:highlight>
                <a:latin typeface="Cascadia Mono" panose="020B0609020000020004" pitchFamily="49" charset="0"/>
              </a:rPr>
              <a:t>SampleVectors</a:t>
            </a:r>
            <a:r>
              <a:rPr lang="en-US" sz="1400" dirty="0">
                <a:solidFill>
                  <a:srgbClr val="0000FF"/>
                </a:solidFill>
                <a:highlight>
                  <a:srgbClr val="FFFFFF"/>
                </a:highlight>
                <a:latin typeface="Cascadia Mono" panose="020B0609020000020004" pitchFamily="49" charset="0"/>
              </a:rPr>
              <a:t> </a:t>
            </a:r>
            <a:r>
              <a:rPr lang="en-US" sz="1400" dirty="0">
                <a:solidFill>
                  <a:srgbClr val="808080"/>
                </a:solidFill>
                <a:highlight>
                  <a:srgbClr val="FFFFFF"/>
                </a:highlight>
                <a:latin typeface="Cascadia Mono" panose="020B0609020000020004" pitchFamily="49" charset="0"/>
              </a:rPr>
              <a:t>(</a:t>
            </a:r>
            <a:r>
              <a:rPr lang="en-US" sz="1400" dirty="0">
                <a:solidFill>
                  <a:srgbClr val="000000"/>
                </a:solidFill>
                <a:highlight>
                  <a:srgbClr val="FFFFFF"/>
                </a:highlight>
                <a:latin typeface="Cascadia Mono" panose="020B0609020000020004" pitchFamily="49" charset="0"/>
              </a:rPr>
              <a:t>[Vector]</a:t>
            </a:r>
            <a:r>
              <a:rPr lang="en-US" sz="1400" dirty="0">
                <a:solidFill>
                  <a:srgbClr val="808080"/>
                </a:solidFill>
                <a:highlight>
                  <a:srgbClr val="FFFFFF"/>
                </a:highlight>
                <a:latin typeface="Cascadia Mono" panose="020B0609020000020004" pitchFamily="49" charset="0"/>
              </a:rPr>
              <a:t>)</a:t>
            </a:r>
            <a:r>
              <a:rPr lang="en-US" sz="1400" dirty="0">
                <a:solidFill>
                  <a:srgbClr val="000000"/>
                </a:solidFill>
                <a:highlight>
                  <a:srgbClr val="FFFFFF"/>
                </a:highlight>
                <a:latin typeface="Cascadia Mono" panose="020B0609020000020004" pitchFamily="49" charset="0"/>
              </a:rPr>
              <a:t> </a:t>
            </a:r>
            <a:r>
              <a:rPr lang="en-US" sz="1400" dirty="0">
                <a:solidFill>
                  <a:srgbClr val="0000FF"/>
                </a:solidFill>
                <a:highlight>
                  <a:srgbClr val="FFFFFF"/>
                </a:highlight>
                <a:latin typeface="Cascadia Mono" panose="020B0609020000020004" pitchFamily="49" charset="0"/>
              </a:rPr>
              <a:t>VALUES </a:t>
            </a:r>
            <a:r>
              <a:rPr lang="en-US" sz="1400" dirty="0">
                <a:solidFill>
                  <a:srgbClr val="808080"/>
                </a:solidFill>
                <a:highlight>
                  <a:srgbClr val="FFFFFF"/>
                </a:highlight>
                <a:latin typeface="Cascadia Mono" panose="020B0609020000020004" pitchFamily="49" charset="0"/>
              </a:rPr>
              <a:t>(</a:t>
            </a:r>
            <a:r>
              <a:rPr lang="en-US" sz="1400" dirty="0">
                <a:solidFill>
                  <a:srgbClr val="000000"/>
                </a:solidFill>
                <a:highlight>
                  <a:srgbClr val="FFFFFF"/>
                </a:highlight>
                <a:latin typeface="Cascadia Mono" panose="020B0609020000020004" pitchFamily="49" charset="0"/>
              </a:rPr>
              <a:t>@e1 </a:t>
            </a:r>
            <a:r>
              <a:rPr lang="en-US" sz="1400" dirty="0">
                <a:solidFill>
                  <a:srgbClr val="808080"/>
                </a:solidFill>
                <a:highlight>
                  <a:srgbClr val="FFFFFF"/>
                </a:highlight>
                <a:latin typeface="Cascadia Mono" panose="020B0609020000020004" pitchFamily="49" charset="0"/>
              </a:rPr>
              <a:t>)</a:t>
            </a:r>
            <a:endParaRPr lang="en-US" sz="1400" dirty="0">
              <a:solidFill>
                <a:srgbClr val="000000"/>
              </a:solidFill>
              <a:highlight>
                <a:srgbClr val="FFFFFF"/>
              </a:highlight>
              <a:latin typeface="Cascadia Mono" panose="020B0609020000020004" pitchFamily="49" charset="0"/>
            </a:endParaRPr>
          </a:p>
          <a:p>
            <a:pPr marL="0" indent="0">
              <a:buNone/>
            </a:pPr>
            <a:r>
              <a:rPr lang="en-US" sz="1400" dirty="0">
                <a:solidFill>
                  <a:srgbClr val="0000FF"/>
                </a:solidFill>
                <a:highlight>
                  <a:srgbClr val="FFFFFF"/>
                </a:highlight>
                <a:latin typeface="Cascadia Mono" panose="020B0609020000020004" pitchFamily="49" charset="0"/>
              </a:rPr>
              <a:t>INSERT</a:t>
            </a:r>
            <a:r>
              <a:rPr lang="en-US" sz="1400" dirty="0">
                <a:solidFill>
                  <a:srgbClr val="000000"/>
                </a:solidFill>
                <a:highlight>
                  <a:srgbClr val="FFFFFF"/>
                </a:highlight>
                <a:latin typeface="Cascadia Mono" panose="020B0609020000020004" pitchFamily="49" charset="0"/>
              </a:rPr>
              <a:t> </a:t>
            </a:r>
            <a:r>
              <a:rPr lang="en-US" sz="1400" dirty="0">
                <a:solidFill>
                  <a:srgbClr val="0000FF"/>
                </a:solidFill>
                <a:highlight>
                  <a:srgbClr val="FFFFFF"/>
                </a:highlight>
                <a:latin typeface="Cascadia Mono" panose="020B0609020000020004" pitchFamily="49" charset="0"/>
              </a:rPr>
              <a:t>INTO</a:t>
            </a:r>
            <a:r>
              <a:rPr lang="en-US" sz="1400" dirty="0">
                <a:solidFill>
                  <a:srgbClr val="000000"/>
                </a:solidFill>
                <a:highlight>
                  <a:srgbClr val="FFFFFF"/>
                </a:highlight>
                <a:latin typeface="Cascadia Mono" panose="020B0609020000020004" pitchFamily="49" charset="0"/>
              </a:rPr>
              <a:t> </a:t>
            </a:r>
            <a:r>
              <a:rPr lang="en-US" sz="1400" dirty="0" err="1">
                <a:solidFill>
                  <a:srgbClr val="000000"/>
                </a:solidFill>
                <a:highlight>
                  <a:srgbClr val="FFFFFF"/>
                </a:highlight>
                <a:latin typeface="Cascadia Mono" panose="020B0609020000020004" pitchFamily="49" charset="0"/>
              </a:rPr>
              <a:t>dbo</a:t>
            </a:r>
            <a:r>
              <a:rPr lang="en-US" sz="1400" dirty="0" err="1">
                <a:solidFill>
                  <a:srgbClr val="808080"/>
                </a:solidFill>
                <a:highlight>
                  <a:srgbClr val="FFFFFF"/>
                </a:highlight>
                <a:latin typeface="Cascadia Mono" panose="020B0609020000020004" pitchFamily="49" charset="0"/>
              </a:rPr>
              <a:t>.</a:t>
            </a:r>
            <a:r>
              <a:rPr lang="en-US" sz="1400" dirty="0" err="1">
                <a:solidFill>
                  <a:srgbClr val="000000"/>
                </a:solidFill>
                <a:highlight>
                  <a:srgbClr val="FFFFFF"/>
                </a:highlight>
                <a:latin typeface="Cascadia Mono" panose="020B0609020000020004" pitchFamily="49" charset="0"/>
              </a:rPr>
              <a:t>SampleVectors</a:t>
            </a:r>
            <a:r>
              <a:rPr lang="en-US" sz="1400" dirty="0">
                <a:solidFill>
                  <a:srgbClr val="0000FF"/>
                </a:solidFill>
                <a:highlight>
                  <a:srgbClr val="FFFFFF"/>
                </a:highlight>
                <a:latin typeface="Cascadia Mono" panose="020B0609020000020004" pitchFamily="49" charset="0"/>
              </a:rPr>
              <a:t> </a:t>
            </a:r>
            <a:r>
              <a:rPr lang="en-US" sz="1400" dirty="0">
                <a:solidFill>
                  <a:srgbClr val="808080"/>
                </a:solidFill>
                <a:highlight>
                  <a:srgbClr val="FFFFFF"/>
                </a:highlight>
                <a:latin typeface="Cascadia Mono" panose="020B0609020000020004" pitchFamily="49" charset="0"/>
              </a:rPr>
              <a:t>(</a:t>
            </a:r>
            <a:r>
              <a:rPr lang="en-US" sz="1400" dirty="0">
                <a:solidFill>
                  <a:srgbClr val="000000"/>
                </a:solidFill>
                <a:highlight>
                  <a:srgbClr val="FFFFFF"/>
                </a:highlight>
                <a:latin typeface="Cascadia Mono" panose="020B0609020000020004" pitchFamily="49" charset="0"/>
              </a:rPr>
              <a:t>[Vector]</a:t>
            </a:r>
            <a:r>
              <a:rPr lang="en-US" sz="1400" dirty="0">
                <a:solidFill>
                  <a:srgbClr val="808080"/>
                </a:solidFill>
                <a:highlight>
                  <a:srgbClr val="FFFFFF"/>
                </a:highlight>
                <a:latin typeface="Cascadia Mono" panose="020B0609020000020004" pitchFamily="49" charset="0"/>
              </a:rPr>
              <a:t>)</a:t>
            </a:r>
            <a:r>
              <a:rPr lang="en-US" sz="1400" dirty="0">
                <a:solidFill>
                  <a:srgbClr val="000000"/>
                </a:solidFill>
                <a:highlight>
                  <a:srgbClr val="FFFFFF"/>
                </a:highlight>
                <a:latin typeface="Cascadia Mono" panose="020B0609020000020004" pitchFamily="49" charset="0"/>
              </a:rPr>
              <a:t> </a:t>
            </a:r>
            <a:r>
              <a:rPr lang="en-US" sz="1400" dirty="0">
                <a:solidFill>
                  <a:srgbClr val="0000FF"/>
                </a:solidFill>
                <a:highlight>
                  <a:srgbClr val="FFFFFF"/>
                </a:highlight>
                <a:latin typeface="Cascadia Mono" panose="020B0609020000020004" pitchFamily="49" charset="0"/>
              </a:rPr>
              <a:t>VALUES </a:t>
            </a:r>
            <a:r>
              <a:rPr lang="en-US" sz="1400" dirty="0">
                <a:solidFill>
                  <a:srgbClr val="808080"/>
                </a:solidFill>
                <a:highlight>
                  <a:srgbClr val="FFFFFF"/>
                </a:highlight>
                <a:latin typeface="Cascadia Mono" panose="020B0609020000020004" pitchFamily="49" charset="0"/>
              </a:rPr>
              <a:t>(</a:t>
            </a:r>
            <a:r>
              <a:rPr lang="en-US" sz="1400" dirty="0">
                <a:solidFill>
                  <a:srgbClr val="000000"/>
                </a:solidFill>
                <a:highlight>
                  <a:srgbClr val="FFFFFF"/>
                </a:highlight>
                <a:latin typeface="Cascadia Mono" panose="020B0609020000020004" pitchFamily="49" charset="0"/>
              </a:rPr>
              <a:t>@e2 </a:t>
            </a:r>
            <a:r>
              <a:rPr lang="en-US" sz="1400" dirty="0">
                <a:solidFill>
                  <a:srgbClr val="808080"/>
                </a:solidFill>
                <a:highlight>
                  <a:srgbClr val="FFFFFF"/>
                </a:highlight>
                <a:latin typeface="Cascadia Mono" panose="020B0609020000020004" pitchFamily="49" charset="0"/>
              </a:rPr>
              <a:t>)</a:t>
            </a:r>
            <a:endParaRPr lang="en-US" sz="1400" dirty="0">
              <a:solidFill>
                <a:srgbClr val="000000"/>
              </a:solidFill>
              <a:highlight>
                <a:srgbClr val="FFFFFF"/>
              </a:highlight>
              <a:latin typeface="Cascadia Mono" panose="020B0609020000020004" pitchFamily="49" charset="0"/>
            </a:endParaRPr>
          </a:p>
          <a:p>
            <a:pPr marL="0" indent="0">
              <a:buNone/>
            </a:pPr>
            <a:r>
              <a:rPr lang="en-US" sz="1400" dirty="0">
                <a:solidFill>
                  <a:srgbClr val="0000FF"/>
                </a:solidFill>
                <a:highlight>
                  <a:srgbClr val="FFFFFF"/>
                </a:highlight>
                <a:latin typeface="Cascadia Mono" panose="020B0609020000020004" pitchFamily="49" charset="0"/>
              </a:rPr>
              <a:t>INSERT</a:t>
            </a:r>
            <a:r>
              <a:rPr lang="en-US" sz="1400" dirty="0">
                <a:solidFill>
                  <a:srgbClr val="000000"/>
                </a:solidFill>
                <a:highlight>
                  <a:srgbClr val="FFFFFF"/>
                </a:highlight>
                <a:latin typeface="Cascadia Mono" panose="020B0609020000020004" pitchFamily="49" charset="0"/>
              </a:rPr>
              <a:t> </a:t>
            </a:r>
            <a:r>
              <a:rPr lang="en-US" sz="1400" dirty="0">
                <a:solidFill>
                  <a:srgbClr val="0000FF"/>
                </a:solidFill>
                <a:highlight>
                  <a:srgbClr val="FFFFFF"/>
                </a:highlight>
                <a:latin typeface="Cascadia Mono" panose="020B0609020000020004" pitchFamily="49" charset="0"/>
              </a:rPr>
              <a:t>INTO</a:t>
            </a:r>
            <a:r>
              <a:rPr lang="en-US" sz="1400" dirty="0">
                <a:solidFill>
                  <a:srgbClr val="000000"/>
                </a:solidFill>
                <a:highlight>
                  <a:srgbClr val="FFFFFF"/>
                </a:highlight>
                <a:latin typeface="Cascadia Mono" panose="020B0609020000020004" pitchFamily="49" charset="0"/>
              </a:rPr>
              <a:t> </a:t>
            </a:r>
            <a:r>
              <a:rPr lang="en-US" sz="1400" dirty="0" err="1">
                <a:solidFill>
                  <a:srgbClr val="000000"/>
                </a:solidFill>
                <a:highlight>
                  <a:srgbClr val="FFFFFF"/>
                </a:highlight>
                <a:latin typeface="Cascadia Mono" panose="020B0609020000020004" pitchFamily="49" charset="0"/>
              </a:rPr>
              <a:t>dbo</a:t>
            </a:r>
            <a:r>
              <a:rPr lang="en-US" sz="1400" dirty="0" err="1">
                <a:solidFill>
                  <a:srgbClr val="808080"/>
                </a:solidFill>
                <a:highlight>
                  <a:srgbClr val="FFFFFF"/>
                </a:highlight>
                <a:latin typeface="Cascadia Mono" panose="020B0609020000020004" pitchFamily="49" charset="0"/>
              </a:rPr>
              <a:t>.</a:t>
            </a:r>
            <a:r>
              <a:rPr lang="en-US" sz="1400" dirty="0" err="1">
                <a:solidFill>
                  <a:srgbClr val="000000"/>
                </a:solidFill>
                <a:highlight>
                  <a:srgbClr val="FFFFFF"/>
                </a:highlight>
                <a:latin typeface="Cascadia Mono" panose="020B0609020000020004" pitchFamily="49" charset="0"/>
              </a:rPr>
              <a:t>SampleVectors</a:t>
            </a:r>
            <a:r>
              <a:rPr lang="en-US" sz="1400" dirty="0">
                <a:solidFill>
                  <a:srgbClr val="0000FF"/>
                </a:solidFill>
                <a:highlight>
                  <a:srgbClr val="FFFFFF"/>
                </a:highlight>
                <a:latin typeface="Cascadia Mono" panose="020B0609020000020004" pitchFamily="49" charset="0"/>
              </a:rPr>
              <a:t> </a:t>
            </a:r>
            <a:r>
              <a:rPr lang="en-US" sz="1400" dirty="0">
                <a:solidFill>
                  <a:srgbClr val="808080"/>
                </a:solidFill>
                <a:highlight>
                  <a:srgbClr val="FFFFFF"/>
                </a:highlight>
                <a:latin typeface="Cascadia Mono" panose="020B0609020000020004" pitchFamily="49" charset="0"/>
              </a:rPr>
              <a:t>(</a:t>
            </a:r>
            <a:r>
              <a:rPr lang="en-US" sz="1400" dirty="0">
                <a:solidFill>
                  <a:srgbClr val="000000"/>
                </a:solidFill>
                <a:highlight>
                  <a:srgbClr val="FFFFFF"/>
                </a:highlight>
                <a:latin typeface="Cascadia Mono" panose="020B0609020000020004" pitchFamily="49" charset="0"/>
              </a:rPr>
              <a:t>[Vector]</a:t>
            </a:r>
            <a:r>
              <a:rPr lang="en-US" sz="1400" dirty="0">
                <a:solidFill>
                  <a:srgbClr val="808080"/>
                </a:solidFill>
                <a:highlight>
                  <a:srgbClr val="FFFFFF"/>
                </a:highlight>
                <a:latin typeface="Cascadia Mono" panose="020B0609020000020004" pitchFamily="49" charset="0"/>
              </a:rPr>
              <a:t>)</a:t>
            </a:r>
            <a:r>
              <a:rPr lang="en-US" sz="1400" dirty="0">
                <a:solidFill>
                  <a:srgbClr val="000000"/>
                </a:solidFill>
                <a:highlight>
                  <a:srgbClr val="FFFFFF"/>
                </a:highlight>
                <a:latin typeface="Cascadia Mono" panose="020B0609020000020004" pitchFamily="49" charset="0"/>
              </a:rPr>
              <a:t> </a:t>
            </a:r>
            <a:r>
              <a:rPr lang="en-US" sz="1400" dirty="0">
                <a:solidFill>
                  <a:srgbClr val="0000FF"/>
                </a:solidFill>
                <a:highlight>
                  <a:srgbClr val="FFFFFF"/>
                </a:highlight>
                <a:latin typeface="Cascadia Mono" panose="020B0609020000020004" pitchFamily="49" charset="0"/>
              </a:rPr>
              <a:t>VALUES </a:t>
            </a:r>
            <a:r>
              <a:rPr lang="en-US" sz="1400" dirty="0">
                <a:solidFill>
                  <a:srgbClr val="808080"/>
                </a:solidFill>
                <a:highlight>
                  <a:srgbClr val="FFFFFF"/>
                </a:highlight>
                <a:latin typeface="Cascadia Mono" panose="020B0609020000020004" pitchFamily="49" charset="0"/>
              </a:rPr>
              <a:t>(</a:t>
            </a:r>
            <a:r>
              <a:rPr lang="en-US" sz="1400" dirty="0">
                <a:solidFill>
                  <a:srgbClr val="000000"/>
                </a:solidFill>
                <a:highlight>
                  <a:srgbClr val="FFFFFF"/>
                </a:highlight>
                <a:latin typeface="Cascadia Mono" panose="020B0609020000020004" pitchFamily="49" charset="0"/>
              </a:rPr>
              <a:t>@e3</a:t>
            </a:r>
            <a:r>
              <a:rPr lang="en-US" sz="1400" dirty="0">
                <a:solidFill>
                  <a:srgbClr val="808080"/>
                </a:solidFill>
                <a:highlight>
                  <a:srgbClr val="FFFFFF"/>
                </a:highlight>
                <a:latin typeface="Cascadia Mono" panose="020B0609020000020004" pitchFamily="49" charset="0"/>
              </a:rPr>
              <a:t>)</a:t>
            </a:r>
            <a:r>
              <a:rPr lang="en-US" sz="1400" dirty="0">
                <a:solidFill>
                  <a:srgbClr val="000000"/>
                </a:solidFill>
                <a:highlight>
                  <a:srgbClr val="FFFFFF"/>
                </a:highlight>
                <a:latin typeface="Cascadia Mono" panose="020B0609020000020004" pitchFamily="49" charset="0"/>
              </a:rPr>
              <a:t> </a:t>
            </a:r>
          </a:p>
          <a:p>
            <a:pPr marL="0" indent="0">
              <a:buNone/>
            </a:pPr>
            <a:r>
              <a:rPr lang="en-US" sz="1400" dirty="0">
                <a:solidFill>
                  <a:srgbClr val="0000FF"/>
                </a:solidFill>
                <a:highlight>
                  <a:srgbClr val="FFFFFF"/>
                </a:highlight>
                <a:latin typeface="Cascadia Mono" panose="020B0609020000020004" pitchFamily="49" charset="0"/>
              </a:rPr>
              <a:t>INSERT</a:t>
            </a:r>
            <a:r>
              <a:rPr lang="en-US" sz="1400" dirty="0">
                <a:solidFill>
                  <a:srgbClr val="000000"/>
                </a:solidFill>
                <a:highlight>
                  <a:srgbClr val="FFFFFF"/>
                </a:highlight>
                <a:latin typeface="Cascadia Mono" panose="020B0609020000020004" pitchFamily="49" charset="0"/>
              </a:rPr>
              <a:t> </a:t>
            </a:r>
            <a:r>
              <a:rPr lang="en-US" sz="1400" dirty="0">
                <a:solidFill>
                  <a:srgbClr val="0000FF"/>
                </a:solidFill>
                <a:highlight>
                  <a:srgbClr val="FFFFFF"/>
                </a:highlight>
                <a:latin typeface="Cascadia Mono" panose="020B0609020000020004" pitchFamily="49" charset="0"/>
              </a:rPr>
              <a:t>INTO</a:t>
            </a:r>
            <a:r>
              <a:rPr lang="en-US" sz="1400" dirty="0">
                <a:solidFill>
                  <a:srgbClr val="000000"/>
                </a:solidFill>
                <a:highlight>
                  <a:srgbClr val="FFFFFF"/>
                </a:highlight>
                <a:latin typeface="Cascadia Mono" panose="020B0609020000020004" pitchFamily="49" charset="0"/>
              </a:rPr>
              <a:t> </a:t>
            </a:r>
            <a:r>
              <a:rPr lang="en-US" sz="1400" dirty="0" err="1">
                <a:solidFill>
                  <a:srgbClr val="000000"/>
                </a:solidFill>
                <a:highlight>
                  <a:srgbClr val="FFFFFF"/>
                </a:highlight>
                <a:latin typeface="Cascadia Mono" panose="020B0609020000020004" pitchFamily="49" charset="0"/>
              </a:rPr>
              <a:t>dbo</a:t>
            </a:r>
            <a:r>
              <a:rPr lang="en-US" sz="1400" dirty="0" err="1">
                <a:solidFill>
                  <a:srgbClr val="808080"/>
                </a:solidFill>
                <a:highlight>
                  <a:srgbClr val="FFFFFF"/>
                </a:highlight>
                <a:latin typeface="Cascadia Mono" panose="020B0609020000020004" pitchFamily="49" charset="0"/>
              </a:rPr>
              <a:t>.</a:t>
            </a:r>
            <a:r>
              <a:rPr lang="en-US" sz="1400" dirty="0" err="1">
                <a:solidFill>
                  <a:srgbClr val="000000"/>
                </a:solidFill>
                <a:highlight>
                  <a:srgbClr val="FFFFFF"/>
                </a:highlight>
                <a:latin typeface="Cascadia Mono" panose="020B0609020000020004" pitchFamily="49" charset="0"/>
              </a:rPr>
              <a:t>SampleVectors</a:t>
            </a:r>
            <a:r>
              <a:rPr lang="en-US" sz="1400" dirty="0">
                <a:solidFill>
                  <a:srgbClr val="0000FF"/>
                </a:solidFill>
                <a:highlight>
                  <a:srgbClr val="FFFFFF"/>
                </a:highlight>
                <a:latin typeface="Cascadia Mono" panose="020B0609020000020004" pitchFamily="49" charset="0"/>
              </a:rPr>
              <a:t>  </a:t>
            </a:r>
            <a:r>
              <a:rPr lang="en-US" sz="1400" dirty="0">
                <a:solidFill>
                  <a:srgbClr val="808080"/>
                </a:solidFill>
                <a:highlight>
                  <a:srgbClr val="FFFFFF"/>
                </a:highlight>
                <a:latin typeface="Cascadia Mono" panose="020B0609020000020004" pitchFamily="49" charset="0"/>
              </a:rPr>
              <a:t>(</a:t>
            </a:r>
            <a:r>
              <a:rPr lang="en-US" sz="1400" dirty="0">
                <a:solidFill>
                  <a:srgbClr val="000000"/>
                </a:solidFill>
                <a:highlight>
                  <a:srgbClr val="FFFFFF"/>
                </a:highlight>
                <a:latin typeface="Cascadia Mono" panose="020B0609020000020004" pitchFamily="49" charset="0"/>
              </a:rPr>
              <a:t>[Vector]</a:t>
            </a:r>
            <a:r>
              <a:rPr lang="en-US" sz="1400" dirty="0">
                <a:solidFill>
                  <a:srgbClr val="808080"/>
                </a:solidFill>
                <a:highlight>
                  <a:srgbClr val="FFFFFF"/>
                </a:highlight>
                <a:latin typeface="Cascadia Mono" panose="020B0609020000020004" pitchFamily="49" charset="0"/>
              </a:rPr>
              <a:t>)</a:t>
            </a:r>
            <a:r>
              <a:rPr lang="en-US" sz="1400" dirty="0">
                <a:solidFill>
                  <a:srgbClr val="000000"/>
                </a:solidFill>
                <a:highlight>
                  <a:srgbClr val="FFFFFF"/>
                </a:highlight>
                <a:latin typeface="Cascadia Mono" panose="020B0609020000020004" pitchFamily="49" charset="0"/>
              </a:rPr>
              <a:t> </a:t>
            </a:r>
            <a:r>
              <a:rPr lang="en-US" sz="1400" dirty="0">
                <a:solidFill>
                  <a:srgbClr val="0000FF"/>
                </a:solidFill>
                <a:highlight>
                  <a:srgbClr val="FFFFFF"/>
                </a:highlight>
                <a:latin typeface="Cascadia Mono" panose="020B0609020000020004" pitchFamily="49" charset="0"/>
              </a:rPr>
              <a:t>VALUES </a:t>
            </a:r>
            <a:r>
              <a:rPr lang="en-US" sz="1400" dirty="0">
                <a:solidFill>
                  <a:srgbClr val="808080"/>
                </a:solidFill>
                <a:highlight>
                  <a:srgbClr val="FFFFFF"/>
                </a:highlight>
                <a:latin typeface="Cascadia Mono" panose="020B0609020000020004" pitchFamily="49" charset="0"/>
              </a:rPr>
              <a:t>(</a:t>
            </a:r>
            <a:r>
              <a:rPr lang="en-US" sz="1400" dirty="0">
                <a:solidFill>
                  <a:srgbClr val="000000"/>
                </a:solidFill>
                <a:highlight>
                  <a:srgbClr val="FFFFFF"/>
                </a:highlight>
                <a:latin typeface="Cascadia Mono" panose="020B0609020000020004" pitchFamily="49" charset="0"/>
              </a:rPr>
              <a:t>@e4</a:t>
            </a:r>
            <a:r>
              <a:rPr lang="en-US" sz="1400" dirty="0">
                <a:solidFill>
                  <a:srgbClr val="808080"/>
                </a:solidFill>
                <a:highlight>
                  <a:srgbClr val="FFFFFF"/>
                </a:highlight>
                <a:latin typeface="Cascadia Mono" panose="020B0609020000020004" pitchFamily="49" charset="0"/>
              </a:rPr>
              <a:t>)</a:t>
            </a:r>
            <a:endParaRPr lang="en-US" sz="1400" dirty="0">
              <a:solidFill>
                <a:srgbClr val="000000"/>
              </a:solidFill>
              <a:highlight>
                <a:srgbClr val="FFFFFF"/>
              </a:highlight>
              <a:latin typeface="Cascadia Mono" panose="020B0609020000020004" pitchFamily="49" charset="0"/>
            </a:endParaRPr>
          </a:p>
          <a:p>
            <a:pPr marL="0" indent="0">
              <a:buNone/>
            </a:pPr>
            <a:r>
              <a:rPr lang="en-US" sz="1400" dirty="0">
                <a:solidFill>
                  <a:srgbClr val="0000FF"/>
                </a:solidFill>
                <a:highlight>
                  <a:srgbClr val="FFFFFF"/>
                </a:highlight>
                <a:latin typeface="Cascadia Mono" panose="020B0609020000020004" pitchFamily="49" charset="0"/>
              </a:rPr>
              <a:t>INSERT</a:t>
            </a:r>
            <a:r>
              <a:rPr lang="en-US" sz="1400" dirty="0">
                <a:solidFill>
                  <a:srgbClr val="000000"/>
                </a:solidFill>
                <a:highlight>
                  <a:srgbClr val="FFFFFF"/>
                </a:highlight>
                <a:latin typeface="Cascadia Mono" panose="020B0609020000020004" pitchFamily="49" charset="0"/>
              </a:rPr>
              <a:t> </a:t>
            </a:r>
            <a:r>
              <a:rPr lang="en-US" sz="1400" dirty="0">
                <a:solidFill>
                  <a:srgbClr val="0000FF"/>
                </a:solidFill>
                <a:highlight>
                  <a:srgbClr val="FFFFFF"/>
                </a:highlight>
                <a:latin typeface="Cascadia Mono" panose="020B0609020000020004" pitchFamily="49" charset="0"/>
              </a:rPr>
              <a:t>INTO</a:t>
            </a:r>
            <a:r>
              <a:rPr lang="en-US" sz="1400" dirty="0">
                <a:solidFill>
                  <a:srgbClr val="000000"/>
                </a:solidFill>
                <a:highlight>
                  <a:srgbClr val="FFFFFF"/>
                </a:highlight>
                <a:latin typeface="Cascadia Mono" panose="020B0609020000020004" pitchFamily="49" charset="0"/>
              </a:rPr>
              <a:t> </a:t>
            </a:r>
            <a:r>
              <a:rPr lang="en-US" sz="1400" dirty="0" err="1">
                <a:solidFill>
                  <a:srgbClr val="000000"/>
                </a:solidFill>
                <a:highlight>
                  <a:srgbClr val="FFFFFF"/>
                </a:highlight>
                <a:latin typeface="Cascadia Mono" panose="020B0609020000020004" pitchFamily="49" charset="0"/>
              </a:rPr>
              <a:t>dbo</a:t>
            </a:r>
            <a:r>
              <a:rPr lang="en-US" sz="1400" dirty="0" err="1">
                <a:solidFill>
                  <a:srgbClr val="808080"/>
                </a:solidFill>
                <a:highlight>
                  <a:srgbClr val="FFFFFF"/>
                </a:highlight>
                <a:latin typeface="Cascadia Mono" panose="020B0609020000020004" pitchFamily="49" charset="0"/>
              </a:rPr>
              <a:t>.</a:t>
            </a:r>
            <a:r>
              <a:rPr lang="en-US" sz="1400" dirty="0" err="1">
                <a:solidFill>
                  <a:srgbClr val="000000"/>
                </a:solidFill>
                <a:highlight>
                  <a:srgbClr val="FFFFFF"/>
                </a:highlight>
                <a:latin typeface="Cascadia Mono" panose="020B0609020000020004" pitchFamily="49" charset="0"/>
              </a:rPr>
              <a:t>SampleVectors</a:t>
            </a:r>
            <a:r>
              <a:rPr lang="en-US" sz="1400" dirty="0">
                <a:solidFill>
                  <a:srgbClr val="0000FF"/>
                </a:solidFill>
                <a:highlight>
                  <a:srgbClr val="FFFFFF"/>
                </a:highlight>
                <a:latin typeface="Cascadia Mono" panose="020B0609020000020004" pitchFamily="49" charset="0"/>
              </a:rPr>
              <a:t>  </a:t>
            </a:r>
            <a:r>
              <a:rPr lang="en-US" sz="1400" dirty="0">
                <a:solidFill>
                  <a:srgbClr val="808080"/>
                </a:solidFill>
                <a:highlight>
                  <a:srgbClr val="FFFFFF"/>
                </a:highlight>
                <a:latin typeface="Cascadia Mono" panose="020B0609020000020004" pitchFamily="49" charset="0"/>
              </a:rPr>
              <a:t>(</a:t>
            </a:r>
            <a:r>
              <a:rPr lang="en-US" sz="1400" dirty="0">
                <a:solidFill>
                  <a:srgbClr val="000000"/>
                </a:solidFill>
                <a:highlight>
                  <a:srgbClr val="FFFFFF"/>
                </a:highlight>
                <a:latin typeface="Cascadia Mono" panose="020B0609020000020004" pitchFamily="49" charset="0"/>
              </a:rPr>
              <a:t>[Vector]</a:t>
            </a:r>
            <a:r>
              <a:rPr lang="en-US" sz="1400" dirty="0">
                <a:solidFill>
                  <a:srgbClr val="808080"/>
                </a:solidFill>
                <a:highlight>
                  <a:srgbClr val="FFFFFF"/>
                </a:highlight>
                <a:latin typeface="Cascadia Mono" panose="020B0609020000020004" pitchFamily="49" charset="0"/>
              </a:rPr>
              <a:t>)</a:t>
            </a:r>
            <a:r>
              <a:rPr lang="en-US" sz="1400" dirty="0">
                <a:solidFill>
                  <a:srgbClr val="000000"/>
                </a:solidFill>
                <a:highlight>
                  <a:srgbClr val="FFFFFF"/>
                </a:highlight>
                <a:latin typeface="Cascadia Mono" panose="020B0609020000020004" pitchFamily="49" charset="0"/>
              </a:rPr>
              <a:t> </a:t>
            </a:r>
            <a:r>
              <a:rPr lang="en-US" sz="1400" dirty="0">
                <a:solidFill>
                  <a:srgbClr val="0000FF"/>
                </a:solidFill>
                <a:highlight>
                  <a:srgbClr val="FFFFFF"/>
                </a:highlight>
                <a:latin typeface="Cascadia Mono" panose="020B0609020000020004" pitchFamily="49" charset="0"/>
              </a:rPr>
              <a:t>VALUES </a:t>
            </a:r>
            <a:r>
              <a:rPr lang="en-US" sz="1400" dirty="0">
                <a:solidFill>
                  <a:srgbClr val="808080"/>
                </a:solidFill>
                <a:highlight>
                  <a:srgbClr val="FFFFFF"/>
                </a:highlight>
                <a:latin typeface="Cascadia Mono" panose="020B0609020000020004" pitchFamily="49" charset="0"/>
              </a:rPr>
              <a:t>(</a:t>
            </a:r>
            <a:r>
              <a:rPr lang="en-US" sz="1400" dirty="0">
                <a:solidFill>
                  <a:srgbClr val="000000"/>
                </a:solidFill>
                <a:highlight>
                  <a:srgbClr val="FFFFFF"/>
                </a:highlight>
                <a:latin typeface="Cascadia Mono" panose="020B0609020000020004" pitchFamily="49" charset="0"/>
              </a:rPr>
              <a:t>@e5</a:t>
            </a:r>
            <a:r>
              <a:rPr lang="en-US" sz="1400" dirty="0">
                <a:solidFill>
                  <a:srgbClr val="808080"/>
                </a:solidFill>
                <a:highlight>
                  <a:srgbClr val="FFFFFF"/>
                </a:highlight>
                <a:latin typeface="Cascadia Mono" panose="020B0609020000020004" pitchFamily="49" charset="0"/>
              </a:rPr>
              <a:t>)</a:t>
            </a:r>
            <a:endParaRPr lang="en-US" sz="1400" dirty="0">
              <a:solidFill>
                <a:srgbClr val="000000"/>
              </a:solidFill>
              <a:highlight>
                <a:srgbClr val="FFFFFF"/>
              </a:highlight>
              <a:latin typeface="Cascadia Mono" panose="020B0609020000020004" pitchFamily="49" charset="0"/>
            </a:endParaRPr>
          </a:p>
          <a:p>
            <a:pPr marL="0" indent="0">
              <a:buNone/>
            </a:pPr>
            <a:r>
              <a:rPr lang="en-US" sz="1400" dirty="0">
                <a:solidFill>
                  <a:srgbClr val="0000FF"/>
                </a:solidFill>
                <a:highlight>
                  <a:srgbClr val="FFFFFF"/>
                </a:highlight>
                <a:latin typeface="Cascadia Mono" panose="020B0609020000020004" pitchFamily="49" charset="0"/>
              </a:rPr>
              <a:t>INSERT</a:t>
            </a:r>
            <a:r>
              <a:rPr lang="en-US" sz="1400" dirty="0">
                <a:solidFill>
                  <a:srgbClr val="000000"/>
                </a:solidFill>
                <a:highlight>
                  <a:srgbClr val="FFFFFF"/>
                </a:highlight>
                <a:latin typeface="Cascadia Mono" panose="020B0609020000020004" pitchFamily="49" charset="0"/>
              </a:rPr>
              <a:t> </a:t>
            </a:r>
            <a:r>
              <a:rPr lang="en-US" sz="1400" dirty="0">
                <a:solidFill>
                  <a:srgbClr val="0000FF"/>
                </a:solidFill>
                <a:highlight>
                  <a:srgbClr val="FFFFFF"/>
                </a:highlight>
                <a:latin typeface="Cascadia Mono" panose="020B0609020000020004" pitchFamily="49" charset="0"/>
              </a:rPr>
              <a:t>INTO</a:t>
            </a:r>
            <a:r>
              <a:rPr lang="en-US" sz="1400" dirty="0">
                <a:solidFill>
                  <a:srgbClr val="000000"/>
                </a:solidFill>
                <a:highlight>
                  <a:srgbClr val="FFFFFF"/>
                </a:highlight>
                <a:latin typeface="Cascadia Mono" panose="020B0609020000020004" pitchFamily="49" charset="0"/>
              </a:rPr>
              <a:t> </a:t>
            </a:r>
            <a:r>
              <a:rPr lang="en-US" sz="1400" dirty="0" err="1">
                <a:solidFill>
                  <a:srgbClr val="000000"/>
                </a:solidFill>
                <a:highlight>
                  <a:srgbClr val="FFFFFF"/>
                </a:highlight>
                <a:latin typeface="Cascadia Mono" panose="020B0609020000020004" pitchFamily="49" charset="0"/>
              </a:rPr>
              <a:t>dbo</a:t>
            </a:r>
            <a:r>
              <a:rPr lang="en-US" sz="1400" dirty="0" err="1">
                <a:solidFill>
                  <a:srgbClr val="808080"/>
                </a:solidFill>
                <a:highlight>
                  <a:srgbClr val="FFFFFF"/>
                </a:highlight>
                <a:latin typeface="Cascadia Mono" panose="020B0609020000020004" pitchFamily="49" charset="0"/>
              </a:rPr>
              <a:t>.</a:t>
            </a:r>
            <a:r>
              <a:rPr lang="en-US" sz="1400" dirty="0" err="1">
                <a:solidFill>
                  <a:srgbClr val="000000"/>
                </a:solidFill>
                <a:highlight>
                  <a:srgbClr val="FFFFFF"/>
                </a:highlight>
                <a:latin typeface="Cascadia Mono" panose="020B0609020000020004" pitchFamily="49" charset="0"/>
              </a:rPr>
              <a:t>SampleVectors</a:t>
            </a:r>
            <a:r>
              <a:rPr lang="en-US" sz="1400" dirty="0">
                <a:solidFill>
                  <a:srgbClr val="0000FF"/>
                </a:solidFill>
                <a:highlight>
                  <a:srgbClr val="FFFFFF"/>
                </a:highlight>
                <a:latin typeface="Cascadia Mono" panose="020B0609020000020004" pitchFamily="49" charset="0"/>
              </a:rPr>
              <a:t>  </a:t>
            </a:r>
            <a:r>
              <a:rPr lang="en-US" sz="1400" dirty="0">
                <a:solidFill>
                  <a:srgbClr val="808080"/>
                </a:solidFill>
                <a:highlight>
                  <a:srgbClr val="FFFFFF"/>
                </a:highlight>
                <a:latin typeface="Cascadia Mono" panose="020B0609020000020004" pitchFamily="49" charset="0"/>
              </a:rPr>
              <a:t>(</a:t>
            </a:r>
            <a:r>
              <a:rPr lang="en-US" sz="1400" dirty="0">
                <a:solidFill>
                  <a:srgbClr val="000000"/>
                </a:solidFill>
                <a:highlight>
                  <a:srgbClr val="FFFFFF"/>
                </a:highlight>
                <a:latin typeface="Cascadia Mono" panose="020B0609020000020004" pitchFamily="49" charset="0"/>
              </a:rPr>
              <a:t>[Vector]</a:t>
            </a:r>
            <a:r>
              <a:rPr lang="en-US" sz="1400" dirty="0">
                <a:solidFill>
                  <a:srgbClr val="808080"/>
                </a:solidFill>
                <a:highlight>
                  <a:srgbClr val="FFFFFF"/>
                </a:highlight>
                <a:latin typeface="Cascadia Mono" panose="020B0609020000020004" pitchFamily="49" charset="0"/>
              </a:rPr>
              <a:t>)</a:t>
            </a:r>
            <a:r>
              <a:rPr lang="en-US" sz="1400" dirty="0">
                <a:solidFill>
                  <a:srgbClr val="000000"/>
                </a:solidFill>
                <a:highlight>
                  <a:srgbClr val="FFFFFF"/>
                </a:highlight>
                <a:latin typeface="Cascadia Mono" panose="020B0609020000020004" pitchFamily="49" charset="0"/>
              </a:rPr>
              <a:t> </a:t>
            </a:r>
            <a:r>
              <a:rPr lang="en-US" sz="1400" dirty="0">
                <a:solidFill>
                  <a:srgbClr val="0000FF"/>
                </a:solidFill>
                <a:highlight>
                  <a:srgbClr val="FFFFFF"/>
                </a:highlight>
                <a:latin typeface="Cascadia Mono" panose="020B0609020000020004" pitchFamily="49" charset="0"/>
              </a:rPr>
              <a:t>VALUES </a:t>
            </a:r>
            <a:r>
              <a:rPr lang="en-US" sz="1400" dirty="0">
                <a:solidFill>
                  <a:srgbClr val="808080"/>
                </a:solidFill>
                <a:highlight>
                  <a:srgbClr val="FFFFFF"/>
                </a:highlight>
                <a:latin typeface="Cascadia Mono" panose="020B0609020000020004" pitchFamily="49" charset="0"/>
              </a:rPr>
              <a:t>(</a:t>
            </a:r>
            <a:r>
              <a:rPr lang="en-US" sz="1400" dirty="0">
                <a:solidFill>
                  <a:srgbClr val="000000"/>
                </a:solidFill>
                <a:highlight>
                  <a:srgbClr val="FFFFFF"/>
                </a:highlight>
                <a:latin typeface="Cascadia Mono" panose="020B0609020000020004" pitchFamily="49" charset="0"/>
              </a:rPr>
              <a:t>@e7</a:t>
            </a:r>
            <a:r>
              <a:rPr lang="en-US" sz="1400" dirty="0">
                <a:solidFill>
                  <a:srgbClr val="808080"/>
                </a:solidFill>
                <a:highlight>
                  <a:srgbClr val="FFFFFF"/>
                </a:highlight>
                <a:latin typeface="Cascadia Mono" panose="020B0609020000020004" pitchFamily="49" charset="0"/>
              </a:rPr>
              <a:t>)</a:t>
            </a:r>
            <a:endParaRPr lang="en-US" sz="1400" dirty="0">
              <a:solidFill>
                <a:srgbClr val="000000"/>
              </a:solidFill>
              <a:highlight>
                <a:srgbClr val="FFFFFF"/>
              </a:highlight>
              <a:latin typeface="Cascadia Mono" panose="020B0609020000020004" pitchFamily="49" charset="0"/>
            </a:endParaRPr>
          </a:p>
          <a:p>
            <a:pPr marL="0" indent="0">
              <a:buNone/>
            </a:pPr>
            <a:endParaRPr lang="en-US" sz="1400" dirty="0">
              <a:solidFill>
                <a:srgbClr val="000000"/>
              </a:solidFill>
              <a:highlight>
                <a:srgbClr val="FFFFFF"/>
              </a:highlight>
              <a:latin typeface="Cascadia Mono" panose="020B0609020000020004" pitchFamily="49" charset="0"/>
            </a:endParaRPr>
          </a:p>
          <a:p>
            <a:pPr marL="0" indent="0">
              <a:buNone/>
            </a:pPr>
            <a:r>
              <a:rPr lang="en-US" sz="1400" dirty="0">
                <a:solidFill>
                  <a:srgbClr val="0000FF"/>
                </a:solidFill>
                <a:highlight>
                  <a:srgbClr val="FFFFFF"/>
                </a:highlight>
                <a:latin typeface="Cascadia Mono" panose="020B0609020000020004" pitchFamily="49" charset="0"/>
              </a:rPr>
              <a:t>Select</a:t>
            </a:r>
            <a:r>
              <a:rPr lang="en-US" sz="1400" dirty="0">
                <a:solidFill>
                  <a:srgbClr val="000000"/>
                </a:solidFill>
                <a:highlight>
                  <a:srgbClr val="FFFFFF"/>
                </a:highlight>
                <a:latin typeface="Cascadia Mono" panose="020B0609020000020004" pitchFamily="49" charset="0"/>
              </a:rPr>
              <a:t> </a:t>
            </a:r>
            <a:r>
              <a:rPr lang="en-US" sz="1400" dirty="0">
                <a:solidFill>
                  <a:srgbClr val="808080"/>
                </a:solidFill>
                <a:highlight>
                  <a:srgbClr val="FFFFFF"/>
                </a:highlight>
                <a:latin typeface="Cascadia Mono" panose="020B0609020000020004" pitchFamily="49" charset="0"/>
              </a:rPr>
              <a:t>*</a:t>
            </a:r>
            <a:r>
              <a:rPr lang="en-US" sz="1400" dirty="0">
                <a:solidFill>
                  <a:srgbClr val="000000"/>
                </a:solidFill>
                <a:highlight>
                  <a:srgbClr val="FFFFFF"/>
                </a:highlight>
                <a:latin typeface="Cascadia Mono" panose="020B0609020000020004" pitchFamily="49" charset="0"/>
              </a:rPr>
              <a:t> </a:t>
            </a:r>
            <a:r>
              <a:rPr lang="en-US" sz="1400" dirty="0">
                <a:solidFill>
                  <a:srgbClr val="0000FF"/>
                </a:solidFill>
                <a:highlight>
                  <a:srgbClr val="FFFFFF"/>
                </a:highlight>
                <a:latin typeface="Cascadia Mono" panose="020B0609020000020004" pitchFamily="49" charset="0"/>
              </a:rPr>
              <a:t>from</a:t>
            </a:r>
            <a:r>
              <a:rPr lang="en-US" sz="1400" dirty="0">
                <a:solidFill>
                  <a:srgbClr val="000000"/>
                </a:solidFill>
                <a:highlight>
                  <a:srgbClr val="FFFFFF"/>
                </a:highlight>
                <a:latin typeface="Cascadia Mono" panose="020B0609020000020004" pitchFamily="49" charset="0"/>
              </a:rPr>
              <a:t> </a:t>
            </a:r>
            <a:r>
              <a:rPr lang="en-US" sz="1400" dirty="0" err="1">
                <a:solidFill>
                  <a:srgbClr val="000000"/>
                </a:solidFill>
                <a:highlight>
                  <a:srgbClr val="FFFFFF"/>
                </a:highlight>
                <a:latin typeface="Cascadia Mono" panose="020B0609020000020004" pitchFamily="49" charset="0"/>
              </a:rPr>
              <a:t>dbo</a:t>
            </a:r>
            <a:r>
              <a:rPr lang="en-US" sz="1400" dirty="0" err="1">
                <a:solidFill>
                  <a:srgbClr val="808080"/>
                </a:solidFill>
                <a:highlight>
                  <a:srgbClr val="FFFFFF"/>
                </a:highlight>
                <a:latin typeface="Cascadia Mono" panose="020B0609020000020004" pitchFamily="49" charset="0"/>
              </a:rPr>
              <a:t>.</a:t>
            </a:r>
            <a:r>
              <a:rPr lang="en-US" sz="1400" dirty="0" err="1">
                <a:solidFill>
                  <a:srgbClr val="000000"/>
                </a:solidFill>
                <a:highlight>
                  <a:srgbClr val="FFFFFF"/>
                </a:highlight>
                <a:latin typeface="Cascadia Mono" panose="020B0609020000020004" pitchFamily="49" charset="0"/>
              </a:rPr>
              <a:t>SampleVectors</a:t>
            </a:r>
            <a:endParaRPr lang="en-US" sz="1400" dirty="0">
              <a:solidFill>
                <a:srgbClr val="000000"/>
              </a:solidFill>
              <a:highlight>
                <a:srgbClr val="FFFFFF"/>
              </a:highlight>
              <a:latin typeface="Cascadia Mono" panose="020B0609020000020004" pitchFamily="49" charset="0"/>
            </a:endParaRPr>
          </a:p>
          <a:p>
            <a:pPr marL="0" indent="0">
              <a:buNone/>
            </a:pPr>
            <a:endParaRPr lang="en-US" sz="1400" dirty="0">
              <a:solidFill>
                <a:srgbClr val="000000"/>
              </a:solidFill>
              <a:highlight>
                <a:srgbClr val="FFFFFF"/>
              </a:highlight>
              <a:latin typeface="Cascadia Mono" panose="020B0609020000020004" pitchFamily="49" charset="0"/>
            </a:endParaRPr>
          </a:p>
          <a:p>
            <a:pPr marL="0" indent="0">
              <a:buNone/>
            </a:pPr>
            <a:r>
              <a:rPr lang="es-ES" sz="1400" dirty="0">
                <a:solidFill>
                  <a:srgbClr val="0000FF"/>
                </a:solidFill>
                <a:highlight>
                  <a:srgbClr val="FFFFFF"/>
                </a:highlight>
                <a:latin typeface="Cascadia Mono" panose="020B0609020000020004" pitchFamily="49" charset="0"/>
              </a:rPr>
              <a:t>DECLARE</a:t>
            </a:r>
            <a:r>
              <a:rPr lang="es-ES" sz="1400" dirty="0">
                <a:solidFill>
                  <a:srgbClr val="000000"/>
                </a:solidFill>
                <a:highlight>
                  <a:srgbClr val="FFFFFF"/>
                </a:highlight>
                <a:latin typeface="Cascadia Mono" panose="020B0609020000020004" pitchFamily="49" charset="0"/>
              </a:rPr>
              <a:t> @e0 </a:t>
            </a:r>
            <a:r>
              <a:rPr lang="es-ES" sz="1400" dirty="0">
                <a:solidFill>
                  <a:srgbClr val="0000FF"/>
                </a:solidFill>
                <a:highlight>
                  <a:srgbClr val="FFFFFF"/>
                </a:highlight>
                <a:latin typeface="Cascadia Mono" panose="020B0609020000020004" pitchFamily="49" charset="0"/>
              </a:rPr>
              <a:t>VECTOR</a:t>
            </a:r>
            <a:r>
              <a:rPr lang="es-ES" sz="1400" dirty="0">
                <a:solidFill>
                  <a:srgbClr val="808080"/>
                </a:solidFill>
                <a:highlight>
                  <a:srgbClr val="FFFFFF"/>
                </a:highlight>
                <a:latin typeface="Cascadia Mono" panose="020B0609020000020004" pitchFamily="49" charset="0"/>
              </a:rPr>
              <a:t>(</a:t>
            </a:r>
            <a:r>
              <a:rPr lang="es-ES" sz="1400" dirty="0">
                <a:solidFill>
                  <a:srgbClr val="000000"/>
                </a:solidFill>
                <a:highlight>
                  <a:srgbClr val="FFFFFF"/>
                </a:highlight>
                <a:latin typeface="Cascadia Mono" panose="020B0609020000020004" pitchFamily="49" charset="0"/>
              </a:rPr>
              <a:t>5</a:t>
            </a:r>
            <a:r>
              <a:rPr lang="es-ES" sz="1400" dirty="0">
                <a:solidFill>
                  <a:srgbClr val="808080"/>
                </a:solidFill>
                <a:highlight>
                  <a:srgbClr val="FFFFFF"/>
                </a:highlight>
                <a:latin typeface="Cascadia Mono" panose="020B0609020000020004" pitchFamily="49" charset="0"/>
              </a:rPr>
              <a:t>)</a:t>
            </a:r>
            <a:r>
              <a:rPr lang="es-ES" sz="1400" dirty="0">
                <a:solidFill>
                  <a:srgbClr val="000000"/>
                </a:solidFill>
                <a:highlight>
                  <a:srgbClr val="FFFFFF"/>
                </a:highlight>
                <a:latin typeface="Cascadia Mono" panose="020B0609020000020004" pitchFamily="49" charset="0"/>
              </a:rPr>
              <a:t> </a:t>
            </a:r>
            <a:r>
              <a:rPr lang="es-ES" sz="1400" dirty="0">
                <a:solidFill>
                  <a:srgbClr val="808080"/>
                </a:solidFill>
                <a:highlight>
                  <a:srgbClr val="FFFFFF"/>
                </a:highlight>
                <a:latin typeface="Cascadia Mono" panose="020B0609020000020004" pitchFamily="49" charset="0"/>
              </a:rPr>
              <a:t>=</a:t>
            </a:r>
            <a:r>
              <a:rPr lang="es-ES" sz="1400" dirty="0">
                <a:solidFill>
                  <a:srgbClr val="000000"/>
                </a:solidFill>
                <a:highlight>
                  <a:srgbClr val="FFFFFF"/>
                </a:highlight>
                <a:latin typeface="Cascadia Mono" panose="020B0609020000020004" pitchFamily="49" charset="0"/>
              </a:rPr>
              <a:t> </a:t>
            </a:r>
            <a:r>
              <a:rPr lang="es-ES" sz="1400" dirty="0">
                <a:solidFill>
                  <a:srgbClr val="FF0000"/>
                </a:solidFill>
                <a:highlight>
                  <a:srgbClr val="FFFFFF"/>
                </a:highlight>
                <a:latin typeface="Cascadia Mono" panose="020B0609020000020004" pitchFamily="49" charset="0"/>
              </a:rPr>
              <a:t>'[1.1, 2.2, 3.3, 4.4, 5.0]'</a:t>
            </a:r>
            <a:r>
              <a:rPr lang="es-ES" sz="1400" dirty="0">
                <a:solidFill>
                  <a:srgbClr val="808080"/>
                </a:solidFill>
                <a:highlight>
                  <a:srgbClr val="FFFFFF"/>
                </a:highlight>
                <a:latin typeface="Cascadia Mono" panose="020B0609020000020004" pitchFamily="49" charset="0"/>
              </a:rPr>
              <a:t>;</a:t>
            </a:r>
            <a:endParaRPr lang="es-ES" sz="1400" dirty="0">
              <a:solidFill>
                <a:srgbClr val="000000"/>
              </a:solidFill>
              <a:highlight>
                <a:srgbClr val="FFFFFF"/>
              </a:highlight>
              <a:latin typeface="Cascadia Mono" panose="020B0609020000020004" pitchFamily="49" charset="0"/>
            </a:endParaRPr>
          </a:p>
          <a:p>
            <a:pPr marL="0" indent="0">
              <a:buNone/>
            </a:pPr>
            <a:endParaRPr lang="en-US" sz="1400" dirty="0">
              <a:solidFill>
                <a:srgbClr val="000000"/>
              </a:solidFill>
              <a:highlight>
                <a:srgbClr val="FFFFFF"/>
              </a:highlight>
              <a:latin typeface="Cascadia Mono" panose="020B0609020000020004" pitchFamily="49" charset="0"/>
            </a:endParaRPr>
          </a:p>
          <a:p>
            <a:pPr marL="0" indent="0">
              <a:buNone/>
            </a:pPr>
            <a:r>
              <a:rPr lang="en-US" sz="1400" dirty="0">
                <a:solidFill>
                  <a:srgbClr val="0000FF"/>
                </a:solidFill>
                <a:highlight>
                  <a:srgbClr val="FFFFFF"/>
                </a:highlight>
                <a:latin typeface="Cascadia Mono" panose="020B0609020000020004" pitchFamily="49" charset="0"/>
              </a:rPr>
              <a:t>SELECT</a:t>
            </a:r>
            <a:r>
              <a:rPr lang="en-US" sz="1400" dirty="0">
                <a:solidFill>
                  <a:srgbClr val="000000"/>
                </a:solidFill>
                <a:highlight>
                  <a:srgbClr val="FFFFFF"/>
                </a:highlight>
                <a:latin typeface="Cascadia Mono" panose="020B0609020000020004" pitchFamily="49" charset="0"/>
              </a:rPr>
              <a:t> </a:t>
            </a:r>
            <a:r>
              <a:rPr lang="en-US" sz="1400" dirty="0">
                <a:solidFill>
                  <a:srgbClr val="FF00FF"/>
                </a:solidFill>
                <a:highlight>
                  <a:srgbClr val="FFFFFF"/>
                </a:highlight>
                <a:latin typeface="Cascadia Mono" panose="020B0609020000020004" pitchFamily="49" charset="0"/>
              </a:rPr>
              <a:t>VECTOR_DISTANCE</a:t>
            </a:r>
            <a:r>
              <a:rPr lang="en-US" sz="1400" dirty="0">
                <a:solidFill>
                  <a:srgbClr val="808080"/>
                </a:solidFill>
                <a:highlight>
                  <a:srgbClr val="FFFFFF"/>
                </a:highlight>
                <a:latin typeface="Cascadia Mono" panose="020B0609020000020004" pitchFamily="49" charset="0"/>
              </a:rPr>
              <a:t>(</a:t>
            </a:r>
            <a:r>
              <a:rPr lang="en-US" sz="1400" dirty="0">
                <a:solidFill>
                  <a:srgbClr val="FF0000"/>
                </a:solidFill>
                <a:highlight>
                  <a:srgbClr val="FFFFFF"/>
                </a:highlight>
                <a:latin typeface="Cascadia Mono" panose="020B0609020000020004" pitchFamily="49" charset="0"/>
              </a:rPr>
              <a:t>'cosine'</a:t>
            </a:r>
            <a:r>
              <a:rPr lang="en-US" sz="1400" dirty="0">
                <a:solidFill>
                  <a:srgbClr val="808080"/>
                </a:solidFill>
                <a:highlight>
                  <a:srgbClr val="FFFFFF"/>
                </a:highlight>
                <a:latin typeface="Cascadia Mono" panose="020B0609020000020004" pitchFamily="49" charset="0"/>
              </a:rPr>
              <a:t>,</a:t>
            </a:r>
            <a:r>
              <a:rPr lang="en-US" sz="1400" dirty="0">
                <a:solidFill>
                  <a:srgbClr val="000000"/>
                </a:solidFill>
                <a:highlight>
                  <a:srgbClr val="FFFFFF"/>
                </a:highlight>
                <a:latin typeface="Cascadia Mono" panose="020B0609020000020004" pitchFamily="49" charset="0"/>
              </a:rPr>
              <a:t> @e0</a:t>
            </a:r>
            <a:r>
              <a:rPr lang="en-US" sz="1400" dirty="0">
                <a:solidFill>
                  <a:srgbClr val="808080"/>
                </a:solidFill>
                <a:highlight>
                  <a:srgbClr val="FFFFFF"/>
                </a:highlight>
                <a:latin typeface="Cascadia Mono" panose="020B0609020000020004" pitchFamily="49" charset="0"/>
              </a:rPr>
              <a:t>,</a:t>
            </a:r>
            <a:r>
              <a:rPr lang="en-US" sz="1400" dirty="0">
                <a:solidFill>
                  <a:srgbClr val="000000"/>
                </a:solidFill>
                <a:highlight>
                  <a:srgbClr val="FFFFFF"/>
                </a:highlight>
                <a:latin typeface="Cascadia Mono" panose="020B0609020000020004" pitchFamily="49" charset="0"/>
              </a:rPr>
              <a:t> </a:t>
            </a:r>
            <a:r>
              <a:rPr lang="en-US" sz="1400" dirty="0">
                <a:solidFill>
                  <a:srgbClr val="0000FF"/>
                </a:solidFill>
                <a:highlight>
                  <a:srgbClr val="FFFFFF"/>
                </a:highlight>
                <a:latin typeface="Cascadia Mono" panose="020B0609020000020004" pitchFamily="49" charset="0"/>
              </a:rPr>
              <a:t>Vector</a:t>
            </a:r>
            <a:r>
              <a:rPr lang="en-US" sz="1400" dirty="0">
                <a:solidFill>
                  <a:srgbClr val="808080"/>
                </a:solidFill>
                <a:highlight>
                  <a:srgbClr val="FFFFFF"/>
                </a:highlight>
                <a:latin typeface="Cascadia Mono" panose="020B0609020000020004" pitchFamily="49" charset="0"/>
              </a:rPr>
              <a:t>)</a:t>
            </a:r>
            <a:r>
              <a:rPr lang="en-US" sz="1400" dirty="0">
                <a:solidFill>
                  <a:srgbClr val="000000"/>
                </a:solidFill>
                <a:highlight>
                  <a:srgbClr val="FFFFFF"/>
                </a:highlight>
                <a:latin typeface="Cascadia Mono" panose="020B0609020000020004" pitchFamily="49" charset="0"/>
              </a:rPr>
              <a:t> </a:t>
            </a:r>
            <a:r>
              <a:rPr lang="en-US" sz="1400" dirty="0">
                <a:solidFill>
                  <a:srgbClr val="0000FF"/>
                </a:solidFill>
                <a:highlight>
                  <a:srgbClr val="FFFFFF"/>
                </a:highlight>
                <a:latin typeface="Cascadia Mono" panose="020B0609020000020004" pitchFamily="49" charset="0"/>
              </a:rPr>
              <a:t>AS</a:t>
            </a:r>
            <a:r>
              <a:rPr lang="en-US" sz="1400" dirty="0">
                <a:solidFill>
                  <a:srgbClr val="000000"/>
                </a:solidFill>
                <a:highlight>
                  <a:srgbClr val="FFFFFF"/>
                </a:highlight>
                <a:latin typeface="Cascadia Mono" panose="020B0609020000020004" pitchFamily="49" charset="0"/>
              </a:rPr>
              <a:t> Distance</a:t>
            </a:r>
            <a:r>
              <a:rPr lang="en-US" sz="1400" dirty="0">
                <a:solidFill>
                  <a:srgbClr val="808080"/>
                </a:solidFill>
                <a:highlight>
                  <a:srgbClr val="FFFFFF"/>
                </a:highlight>
                <a:latin typeface="Cascadia Mono" panose="020B0609020000020004" pitchFamily="49" charset="0"/>
              </a:rPr>
              <a:t>,</a:t>
            </a:r>
            <a:r>
              <a:rPr lang="en-US" sz="1400" dirty="0">
                <a:solidFill>
                  <a:srgbClr val="000000"/>
                </a:solidFill>
                <a:highlight>
                  <a:srgbClr val="FFFFFF"/>
                </a:highlight>
                <a:latin typeface="Cascadia Mono" panose="020B0609020000020004" pitchFamily="49" charset="0"/>
              </a:rPr>
              <a:t> </a:t>
            </a:r>
            <a:r>
              <a:rPr lang="en-US" sz="1400" dirty="0">
                <a:solidFill>
                  <a:srgbClr val="808080"/>
                </a:solidFill>
                <a:highlight>
                  <a:srgbClr val="FFFFFF"/>
                </a:highlight>
                <a:latin typeface="Cascadia Mono" panose="020B0609020000020004" pitchFamily="49" charset="0"/>
              </a:rPr>
              <a:t>*</a:t>
            </a:r>
            <a:r>
              <a:rPr lang="en-US" sz="1400" dirty="0">
                <a:solidFill>
                  <a:srgbClr val="000000"/>
                </a:solidFill>
                <a:highlight>
                  <a:srgbClr val="FFFFFF"/>
                </a:highlight>
                <a:latin typeface="Cascadia Mono" panose="020B0609020000020004" pitchFamily="49" charset="0"/>
              </a:rPr>
              <a:t> </a:t>
            </a:r>
            <a:r>
              <a:rPr lang="en-US" sz="1400" dirty="0">
                <a:solidFill>
                  <a:srgbClr val="0000FF"/>
                </a:solidFill>
                <a:highlight>
                  <a:srgbClr val="FFFFFF"/>
                </a:highlight>
                <a:latin typeface="Cascadia Mono" panose="020B0609020000020004" pitchFamily="49" charset="0"/>
              </a:rPr>
              <a:t>FROM</a:t>
            </a:r>
            <a:r>
              <a:rPr lang="en-US" sz="1400" dirty="0">
                <a:solidFill>
                  <a:srgbClr val="000000"/>
                </a:solidFill>
                <a:highlight>
                  <a:srgbClr val="FFFFFF"/>
                </a:highlight>
                <a:latin typeface="Cascadia Mono" panose="020B0609020000020004" pitchFamily="49" charset="0"/>
              </a:rPr>
              <a:t> </a:t>
            </a:r>
            <a:r>
              <a:rPr lang="en-US" sz="1400" dirty="0" err="1">
                <a:solidFill>
                  <a:srgbClr val="000000"/>
                </a:solidFill>
                <a:highlight>
                  <a:srgbClr val="FFFFFF"/>
                </a:highlight>
                <a:latin typeface="Cascadia Mono" panose="020B0609020000020004" pitchFamily="49" charset="0"/>
              </a:rPr>
              <a:t>dbo</a:t>
            </a:r>
            <a:r>
              <a:rPr lang="en-US" sz="1400" dirty="0" err="1">
                <a:solidFill>
                  <a:srgbClr val="808080"/>
                </a:solidFill>
                <a:highlight>
                  <a:srgbClr val="FFFFFF"/>
                </a:highlight>
                <a:latin typeface="Cascadia Mono" panose="020B0609020000020004" pitchFamily="49" charset="0"/>
              </a:rPr>
              <a:t>.</a:t>
            </a:r>
            <a:r>
              <a:rPr lang="en-US" sz="1400" dirty="0" err="1">
                <a:solidFill>
                  <a:srgbClr val="000000"/>
                </a:solidFill>
                <a:highlight>
                  <a:srgbClr val="FFFFFF"/>
                </a:highlight>
                <a:latin typeface="Cascadia Mono" panose="020B0609020000020004" pitchFamily="49" charset="0"/>
              </a:rPr>
              <a:t>SampleVectors</a:t>
            </a:r>
            <a:r>
              <a:rPr lang="en-US" sz="1400" dirty="0">
                <a:solidFill>
                  <a:srgbClr val="000000"/>
                </a:solidFill>
                <a:highlight>
                  <a:srgbClr val="FFFFFF"/>
                </a:highlight>
                <a:latin typeface="Cascadia Mono" panose="020B0609020000020004" pitchFamily="49" charset="0"/>
              </a:rPr>
              <a:t> </a:t>
            </a:r>
            <a:r>
              <a:rPr lang="en-US" sz="1400" dirty="0">
                <a:solidFill>
                  <a:srgbClr val="0000FF"/>
                </a:solidFill>
                <a:highlight>
                  <a:srgbClr val="FFFFFF"/>
                </a:highlight>
                <a:latin typeface="Cascadia Mono" panose="020B0609020000020004" pitchFamily="49" charset="0"/>
              </a:rPr>
              <a:t>ORDER</a:t>
            </a:r>
            <a:r>
              <a:rPr lang="en-US" sz="1400" dirty="0">
                <a:solidFill>
                  <a:srgbClr val="000000"/>
                </a:solidFill>
                <a:highlight>
                  <a:srgbClr val="FFFFFF"/>
                </a:highlight>
                <a:latin typeface="Cascadia Mono" panose="020B0609020000020004" pitchFamily="49" charset="0"/>
              </a:rPr>
              <a:t> </a:t>
            </a:r>
            <a:r>
              <a:rPr lang="en-US" sz="1400" dirty="0">
                <a:solidFill>
                  <a:srgbClr val="0000FF"/>
                </a:solidFill>
                <a:highlight>
                  <a:srgbClr val="FFFFFF"/>
                </a:highlight>
                <a:latin typeface="Cascadia Mono" panose="020B0609020000020004" pitchFamily="49" charset="0"/>
              </a:rPr>
              <a:t>BY</a:t>
            </a:r>
            <a:r>
              <a:rPr lang="en-US" sz="1400" dirty="0">
                <a:solidFill>
                  <a:srgbClr val="000000"/>
                </a:solidFill>
                <a:highlight>
                  <a:srgbClr val="FFFFFF"/>
                </a:highlight>
                <a:latin typeface="Cascadia Mono" panose="020B0609020000020004" pitchFamily="49" charset="0"/>
              </a:rPr>
              <a:t> Distance</a:t>
            </a:r>
            <a:r>
              <a:rPr lang="en-US" sz="1400" dirty="0">
                <a:solidFill>
                  <a:srgbClr val="808080"/>
                </a:solidFill>
                <a:highlight>
                  <a:srgbClr val="FFFFFF"/>
                </a:highlight>
                <a:latin typeface="Cascadia Mono" panose="020B0609020000020004" pitchFamily="49" charset="0"/>
              </a:rPr>
              <a:t>;</a:t>
            </a:r>
            <a:endParaRPr lang="en-US" sz="1400" dirty="0">
              <a:solidFill>
                <a:srgbClr val="000000"/>
              </a:solidFill>
              <a:highlight>
                <a:srgbClr val="FFFFFF"/>
              </a:highlight>
              <a:latin typeface="Cascadia Mono" panose="020B0609020000020004" pitchFamily="49" charset="0"/>
            </a:endParaRPr>
          </a:p>
          <a:p>
            <a:pPr marL="0" indent="0">
              <a:buNone/>
            </a:pPr>
            <a:endParaRPr lang="en-US" sz="1400" dirty="0">
              <a:solidFill>
                <a:srgbClr val="000000"/>
              </a:solidFill>
              <a:highlight>
                <a:srgbClr val="FFFFFF"/>
              </a:highlight>
              <a:latin typeface="Cascadia Mono" panose="020B0609020000020004" pitchFamily="49" charset="0"/>
            </a:endParaRPr>
          </a:p>
          <a:p>
            <a:pPr marL="0" indent="0">
              <a:buNone/>
            </a:pPr>
            <a:endParaRPr lang="de-DE" sz="1400" dirty="0"/>
          </a:p>
        </p:txBody>
      </p:sp>
    </p:spTree>
    <p:extLst>
      <p:ext uri="{BB962C8B-B14F-4D97-AF65-F5344CB8AC3E}">
        <p14:creationId xmlns:p14="http://schemas.microsoft.com/office/powerpoint/2010/main" val="1757711226"/>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7F488E-A3A9-88FA-6099-58FFFAE665E4}"/>
              </a:ext>
            </a:extLst>
          </p:cNvPr>
          <p:cNvSpPr>
            <a:spLocks noGrp="1"/>
          </p:cNvSpPr>
          <p:nvPr>
            <p:ph type="title"/>
          </p:nvPr>
        </p:nvSpPr>
        <p:spPr/>
        <p:txBody>
          <a:bodyPr/>
          <a:lstStyle/>
          <a:p>
            <a:r>
              <a:rPr lang="en-US" dirty="0"/>
              <a:t>Different Distance Calculations</a:t>
            </a:r>
            <a:endParaRPr lang="de-DE" dirty="0"/>
          </a:p>
        </p:txBody>
      </p:sp>
      <p:sp>
        <p:nvSpPr>
          <p:cNvPr id="7" name="Text Placeholder 6">
            <a:extLst>
              <a:ext uri="{FF2B5EF4-FFF2-40B4-BE49-F238E27FC236}">
                <a16:creationId xmlns:a16="http://schemas.microsoft.com/office/drawing/2014/main" id="{9112AA03-7AC0-B276-E855-B231E825A7D0}"/>
              </a:ext>
            </a:extLst>
          </p:cNvPr>
          <p:cNvSpPr txBox="1">
            <a:spLocks/>
          </p:cNvSpPr>
          <p:nvPr/>
        </p:nvSpPr>
        <p:spPr>
          <a:xfrm>
            <a:off x="585216" y="2567968"/>
            <a:ext cx="8063834" cy="2363724"/>
          </a:xfrm>
          <a:prstGeom prst="rect">
            <a:avLst/>
          </a:prstGeom>
          <a:noFill/>
        </p:spPr>
        <p:txBody>
          <a:bodyPr wrap="square">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s-ES" sz="1800" dirty="0">
                <a:solidFill>
                  <a:srgbClr val="0000FF"/>
                </a:solidFill>
                <a:latin typeface="Consolas" panose="020B0609020204030204" pitchFamily="49" charset="0"/>
              </a:rPr>
              <a:t>DECLARE</a:t>
            </a:r>
            <a:r>
              <a:rPr lang="es-ES" sz="1800" dirty="0">
                <a:solidFill>
                  <a:srgbClr val="000000"/>
                </a:solidFill>
                <a:latin typeface="Consolas" panose="020B0609020204030204" pitchFamily="49" charset="0"/>
              </a:rPr>
              <a:t> @v1 VECTOR</a:t>
            </a:r>
            <a:r>
              <a:rPr lang="es-ES" sz="1800" dirty="0">
                <a:solidFill>
                  <a:srgbClr val="808080"/>
                </a:solidFill>
                <a:latin typeface="Consolas" panose="020B0609020204030204" pitchFamily="49" charset="0"/>
              </a:rPr>
              <a:t>(</a:t>
            </a:r>
            <a:r>
              <a:rPr lang="es-ES" sz="1800" dirty="0">
                <a:solidFill>
                  <a:srgbClr val="000000"/>
                </a:solidFill>
                <a:latin typeface="Consolas" panose="020B0609020204030204" pitchFamily="49" charset="0"/>
              </a:rPr>
              <a:t>2</a:t>
            </a:r>
            <a:r>
              <a:rPr lang="es-ES" sz="1800" dirty="0">
                <a:solidFill>
                  <a:srgbClr val="808080"/>
                </a:solidFill>
                <a:latin typeface="Consolas" panose="020B0609020204030204" pitchFamily="49" charset="0"/>
              </a:rPr>
              <a:t>)</a:t>
            </a:r>
            <a:r>
              <a:rPr lang="es-ES" sz="1800" dirty="0">
                <a:solidFill>
                  <a:srgbClr val="000000"/>
                </a:solidFill>
                <a:latin typeface="Consolas" panose="020B0609020204030204" pitchFamily="49" charset="0"/>
              </a:rPr>
              <a:t> </a:t>
            </a:r>
            <a:r>
              <a:rPr lang="es-ES" sz="1800" dirty="0">
                <a:solidFill>
                  <a:srgbClr val="808080"/>
                </a:solidFill>
                <a:latin typeface="Consolas" panose="020B0609020204030204" pitchFamily="49" charset="0"/>
              </a:rPr>
              <a:t>=</a:t>
            </a:r>
            <a:r>
              <a:rPr lang="es-ES" sz="1800" dirty="0">
                <a:solidFill>
                  <a:srgbClr val="000000"/>
                </a:solidFill>
                <a:latin typeface="Consolas" panose="020B0609020204030204" pitchFamily="49" charset="0"/>
              </a:rPr>
              <a:t> </a:t>
            </a:r>
            <a:r>
              <a:rPr lang="es-ES" sz="1800" dirty="0">
                <a:solidFill>
                  <a:srgbClr val="FF0000"/>
                </a:solidFill>
                <a:latin typeface="Consolas" panose="020B0609020204030204" pitchFamily="49" charset="0"/>
              </a:rPr>
              <a:t>'[1,1]'</a:t>
            </a:r>
            <a:r>
              <a:rPr lang="es-ES" sz="1800" dirty="0">
                <a:solidFill>
                  <a:srgbClr val="808080"/>
                </a:solidFill>
                <a:latin typeface="Consolas" panose="020B0609020204030204" pitchFamily="49" charset="0"/>
              </a:rPr>
              <a:t>;</a:t>
            </a:r>
            <a:endParaRPr lang="es-ES" sz="1800" dirty="0">
              <a:solidFill>
                <a:srgbClr val="000000"/>
              </a:solidFill>
              <a:latin typeface="Consolas" panose="020B0609020204030204" pitchFamily="49" charset="0"/>
            </a:endParaRPr>
          </a:p>
          <a:p>
            <a:pPr marL="0" indent="0">
              <a:buNone/>
            </a:pPr>
            <a:r>
              <a:rPr lang="es-ES" sz="1800" dirty="0">
                <a:solidFill>
                  <a:srgbClr val="0000FF"/>
                </a:solidFill>
                <a:latin typeface="Consolas" panose="020B0609020204030204" pitchFamily="49" charset="0"/>
              </a:rPr>
              <a:t>DECLARE</a:t>
            </a:r>
            <a:r>
              <a:rPr lang="es-ES" sz="1800" dirty="0">
                <a:solidFill>
                  <a:srgbClr val="000000"/>
                </a:solidFill>
                <a:latin typeface="Consolas" panose="020B0609020204030204" pitchFamily="49" charset="0"/>
              </a:rPr>
              <a:t> @v2 VECTOR</a:t>
            </a:r>
            <a:r>
              <a:rPr lang="es-ES" sz="1800" dirty="0">
                <a:solidFill>
                  <a:srgbClr val="808080"/>
                </a:solidFill>
                <a:latin typeface="Consolas" panose="020B0609020204030204" pitchFamily="49" charset="0"/>
              </a:rPr>
              <a:t>(</a:t>
            </a:r>
            <a:r>
              <a:rPr lang="es-ES" sz="1800" dirty="0">
                <a:solidFill>
                  <a:srgbClr val="000000"/>
                </a:solidFill>
                <a:latin typeface="Consolas" panose="020B0609020204030204" pitchFamily="49" charset="0"/>
              </a:rPr>
              <a:t>2</a:t>
            </a:r>
            <a:r>
              <a:rPr lang="es-ES" sz="1800" dirty="0">
                <a:solidFill>
                  <a:srgbClr val="808080"/>
                </a:solidFill>
                <a:latin typeface="Consolas" panose="020B0609020204030204" pitchFamily="49" charset="0"/>
              </a:rPr>
              <a:t>)</a:t>
            </a:r>
            <a:r>
              <a:rPr lang="es-ES" sz="1800" dirty="0">
                <a:solidFill>
                  <a:srgbClr val="000000"/>
                </a:solidFill>
                <a:latin typeface="Consolas" panose="020B0609020204030204" pitchFamily="49" charset="0"/>
              </a:rPr>
              <a:t> </a:t>
            </a:r>
            <a:r>
              <a:rPr lang="es-ES" sz="1800" dirty="0">
                <a:solidFill>
                  <a:srgbClr val="808080"/>
                </a:solidFill>
                <a:latin typeface="Consolas" panose="020B0609020204030204" pitchFamily="49" charset="0"/>
              </a:rPr>
              <a:t>=</a:t>
            </a:r>
            <a:r>
              <a:rPr lang="es-ES" sz="1800" dirty="0">
                <a:solidFill>
                  <a:srgbClr val="000000"/>
                </a:solidFill>
                <a:latin typeface="Consolas" panose="020B0609020204030204" pitchFamily="49" charset="0"/>
              </a:rPr>
              <a:t> </a:t>
            </a:r>
            <a:r>
              <a:rPr lang="es-ES" sz="1800" dirty="0">
                <a:solidFill>
                  <a:srgbClr val="FF0000"/>
                </a:solidFill>
                <a:latin typeface="Consolas" panose="020B0609020204030204" pitchFamily="49" charset="0"/>
              </a:rPr>
              <a:t>'[-1,-1]'</a:t>
            </a:r>
            <a:r>
              <a:rPr lang="es-ES" sz="1800" dirty="0">
                <a:solidFill>
                  <a:srgbClr val="808080"/>
                </a:solidFill>
                <a:latin typeface="Consolas" panose="020B0609020204030204" pitchFamily="49" charset="0"/>
              </a:rPr>
              <a:t>;</a:t>
            </a:r>
            <a:endParaRPr lang="es-ES" sz="1800" dirty="0">
              <a:solidFill>
                <a:srgbClr val="000000"/>
              </a:solidFill>
              <a:latin typeface="Consolas" panose="020B0609020204030204" pitchFamily="49" charset="0"/>
            </a:endParaRPr>
          </a:p>
          <a:p>
            <a:pPr marL="0" indent="0">
              <a:buNone/>
            </a:pPr>
            <a:endParaRPr lang="en-US" sz="1800" dirty="0">
              <a:solidFill>
                <a:srgbClr val="000000"/>
              </a:solidFill>
              <a:latin typeface="Consolas" panose="020B0609020204030204" pitchFamily="49" charset="0"/>
            </a:endParaRPr>
          </a:p>
          <a:p>
            <a:pPr marL="0" indent="0">
              <a:buNone/>
            </a:pPr>
            <a:r>
              <a:rPr lang="en-US" sz="1800" dirty="0">
                <a:solidFill>
                  <a:srgbClr val="0000FF"/>
                </a:solidFill>
                <a:latin typeface="Consolas" panose="020B0609020204030204" pitchFamily="49" charset="0"/>
              </a:rPr>
              <a:t>SELECT</a:t>
            </a:r>
            <a:endParaRPr lang="en-US" sz="1800" dirty="0">
              <a:solidFill>
                <a:srgbClr val="000000"/>
              </a:solidFill>
              <a:latin typeface="Consolas" panose="020B0609020204030204" pitchFamily="49" charset="0"/>
            </a:endParaRPr>
          </a:p>
          <a:p>
            <a:pPr marL="0" indent="0">
              <a:buNone/>
            </a:pPr>
            <a:r>
              <a:rPr lang="en-US" sz="1800" dirty="0">
                <a:solidFill>
                  <a:srgbClr val="000000"/>
                </a:solidFill>
                <a:latin typeface="Consolas" panose="020B0609020204030204" pitchFamily="49" charset="0"/>
              </a:rPr>
              <a:t>    VECTOR_DISTANCE</a:t>
            </a:r>
            <a:r>
              <a:rPr lang="en-US" sz="1800" dirty="0">
                <a:solidFill>
                  <a:srgbClr val="808080"/>
                </a:solidFill>
                <a:latin typeface="Consolas" panose="020B0609020204030204" pitchFamily="49" charset="0"/>
              </a:rPr>
              <a:t>(</a:t>
            </a:r>
            <a:r>
              <a:rPr lang="en-US" sz="1800" dirty="0">
                <a:solidFill>
                  <a:srgbClr val="FF0000"/>
                </a:solidFill>
                <a:latin typeface="Consolas" panose="020B0609020204030204" pitchFamily="49" charset="0"/>
              </a:rPr>
              <a:t>'</a:t>
            </a:r>
            <a:r>
              <a:rPr lang="en-US" sz="1800" dirty="0" err="1">
                <a:solidFill>
                  <a:srgbClr val="FF0000"/>
                </a:solidFill>
                <a:latin typeface="Consolas" panose="020B0609020204030204" pitchFamily="49" charset="0"/>
              </a:rPr>
              <a:t>euclidean</a:t>
            </a:r>
            <a:r>
              <a:rPr lang="en-US" sz="1800" dirty="0">
                <a:solidFill>
                  <a:srgbClr val="FF0000"/>
                </a:solidFill>
                <a:latin typeface="Consolas" panose="020B0609020204030204" pitchFamily="49" charset="0"/>
              </a:rPr>
              <a:t>'</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@v1</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@v2</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AS</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euclidean</a:t>
            </a:r>
            <a:r>
              <a:rPr lang="en-US" sz="1800" dirty="0">
                <a:solidFill>
                  <a:srgbClr val="808080"/>
                </a:solidFill>
                <a:latin typeface="Consolas" panose="020B0609020204030204" pitchFamily="49" charset="0"/>
              </a:rPr>
              <a:t>,</a:t>
            </a:r>
            <a:endParaRPr lang="en-US" sz="1800" dirty="0">
              <a:solidFill>
                <a:srgbClr val="000000"/>
              </a:solidFill>
              <a:latin typeface="Consolas" panose="020B0609020204030204" pitchFamily="49" charset="0"/>
            </a:endParaRPr>
          </a:p>
          <a:p>
            <a:pPr marL="0" indent="0">
              <a:buNone/>
            </a:pPr>
            <a:r>
              <a:rPr lang="en-US" sz="1800" dirty="0">
                <a:solidFill>
                  <a:srgbClr val="000000"/>
                </a:solidFill>
                <a:latin typeface="Consolas" panose="020B0609020204030204" pitchFamily="49" charset="0"/>
              </a:rPr>
              <a:t>    VECTOR_DISTANCE</a:t>
            </a:r>
            <a:r>
              <a:rPr lang="en-US" sz="1800" dirty="0">
                <a:solidFill>
                  <a:srgbClr val="808080"/>
                </a:solidFill>
                <a:latin typeface="Consolas" panose="020B0609020204030204" pitchFamily="49" charset="0"/>
              </a:rPr>
              <a:t>(</a:t>
            </a:r>
            <a:r>
              <a:rPr lang="en-US" sz="1800" dirty="0">
                <a:solidFill>
                  <a:srgbClr val="FF0000"/>
                </a:solidFill>
                <a:latin typeface="Consolas" panose="020B0609020204030204" pitchFamily="49" charset="0"/>
              </a:rPr>
              <a:t>'cosine'</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@v1</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@v2</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AS</a:t>
            </a:r>
            <a:r>
              <a:rPr lang="en-US" sz="1800" dirty="0">
                <a:solidFill>
                  <a:srgbClr val="000000"/>
                </a:solidFill>
                <a:latin typeface="Consolas" panose="020B0609020204030204" pitchFamily="49" charset="0"/>
              </a:rPr>
              <a:t> cosine</a:t>
            </a:r>
            <a:r>
              <a:rPr lang="en-US" sz="1800" dirty="0">
                <a:solidFill>
                  <a:srgbClr val="808080"/>
                </a:solidFill>
                <a:latin typeface="Consolas" panose="020B0609020204030204" pitchFamily="49" charset="0"/>
              </a:rPr>
              <a:t>,</a:t>
            </a:r>
            <a:endParaRPr lang="en-US" sz="1800" dirty="0">
              <a:solidFill>
                <a:srgbClr val="000000"/>
              </a:solidFill>
              <a:latin typeface="Consolas" panose="020B0609020204030204" pitchFamily="49" charset="0"/>
            </a:endParaRPr>
          </a:p>
          <a:p>
            <a:pPr marL="0" indent="0">
              <a:buNone/>
            </a:pPr>
            <a:r>
              <a:rPr lang="en-US" sz="1800" dirty="0">
                <a:solidFill>
                  <a:srgbClr val="000000"/>
                </a:solidFill>
                <a:latin typeface="Consolas" panose="020B0609020204030204" pitchFamily="49" charset="0"/>
              </a:rPr>
              <a:t>    VECTOR_DISTANCE</a:t>
            </a:r>
            <a:r>
              <a:rPr lang="en-US" sz="1800" dirty="0">
                <a:solidFill>
                  <a:srgbClr val="808080"/>
                </a:solidFill>
                <a:latin typeface="Consolas" panose="020B0609020204030204" pitchFamily="49" charset="0"/>
              </a:rPr>
              <a:t>(</a:t>
            </a:r>
            <a:r>
              <a:rPr lang="en-US" sz="1800" dirty="0">
                <a:solidFill>
                  <a:srgbClr val="FF0000"/>
                </a:solidFill>
                <a:latin typeface="Consolas" panose="020B0609020204030204" pitchFamily="49" charset="0"/>
              </a:rPr>
              <a:t>'dot'</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@v1</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@v2</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AS</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negative_dot_product</a:t>
            </a:r>
            <a:r>
              <a:rPr lang="en-US" sz="1800" dirty="0">
                <a:solidFill>
                  <a:srgbClr val="808080"/>
                </a:solidFill>
                <a:latin typeface="Consolas" panose="020B0609020204030204" pitchFamily="49" charset="0"/>
              </a:rPr>
              <a:t>;</a:t>
            </a:r>
            <a:endParaRPr lang="en-US" sz="1800" dirty="0"/>
          </a:p>
        </p:txBody>
      </p:sp>
    </p:spTree>
    <p:extLst>
      <p:ext uri="{BB962C8B-B14F-4D97-AF65-F5344CB8AC3E}">
        <p14:creationId xmlns:p14="http://schemas.microsoft.com/office/powerpoint/2010/main" val="18801807"/>
      </p:ext>
    </p:extLst>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A5A197C-9C7E-B4DF-1BD9-D5D81A4D42B8}"/>
              </a:ext>
            </a:extLst>
          </p:cNvPr>
          <p:cNvSpPr>
            <a:spLocks noGrp="1"/>
          </p:cNvSpPr>
          <p:nvPr>
            <p:ph type="title"/>
          </p:nvPr>
        </p:nvSpPr>
        <p:spPr>
          <a:xfrm>
            <a:off x="585216" y="640456"/>
            <a:ext cx="6400800" cy="886397"/>
          </a:xfrm>
        </p:spPr>
        <p:txBody>
          <a:bodyPr/>
          <a:lstStyle/>
          <a:p>
            <a:r>
              <a:rPr lang="en-US" dirty="0"/>
              <a:t>DEMO</a:t>
            </a:r>
            <a:br>
              <a:rPr lang="en-US" dirty="0"/>
            </a:br>
            <a:r>
              <a:rPr lang="en-US" sz="2400" dirty="0">
                <a:solidFill>
                  <a:schemeClr val="bg1"/>
                </a:solidFill>
              </a:rPr>
              <a:t>SQL Native Vector Search</a:t>
            </a:r>
            <a:endParaRPr lang="de-DE" dirty="0">
              <a:solidFill>
                <a:schemeClr val="bg1"/>
              </a:solidFill>
            </a:endParaRPr>
          </a:p>
        </p:txBody>
      </p:sp>
      <p:sp>
        <p:nvSpPr>
          <p:cNvPr id="9" name="Text Placeholder 8">
            <a:extLst>
              <a:ext uri="{FF2B5EF4-FFF2-40B4-BE49-F238E27FC236}">
                <a16:creationId xmlns:a16="http://schemas.microsoft.com/office/drawing/2014/main" id="{25CE41CA-3052-F4CE-D620-43F177AE5519}"/>
              </a:ext>
            </a:extLst>
          </p:cNvPr>
          <p:cNvSpPr>
            <a:spLocks noGrp="1"/>
          </p:cNvSpPr>
          <p:nvPr>
            <p:ph type="body" sz="quarter" idx="12"/>
          </p:nvPr>
        </p:nvSpPr>
        <p:spPr/>
        <p:txBody>
          <a:bodyPr/>
          <a:lstStyle/>
          <a:p>
            <a:endParaRPr lang="de-DE"/>
          </a:p>
        </p:txBody>
      </p:sp>
      <p:sp>
        <p:nvSpPr>
          <p:cNvPr id="11" name="TextBox 10">
            <a:extLst>
              <a:ext uri="{FF2B5EF4-FFF2-40B4-BE49-F238E27FC236}">
                <a16:creationId xmlns:a16="http://schemas.microsoft.com/office/drawing/2014/main" id="{52DFF0BF-0C98-008B-D1CD-1853F14F26DA}"/>
              </a:ext>
            </a:extLst>
          </p:cNvPr>
          <p:cNvSpPr txBox="1"/>
          <p:nvPr/>
        </p:nvSpPr>
        <p:spPr>
          <a:xfrm>
            <a:off x="378840" y="5752821"/>
            <a:ext cx="8542909" cy="635559"/>
          </a:xfrm>
          <a:prstGeom prst="rect">
            <a:avLst/>
          </a:prstGeom>
          <a:noFill/>
        </p:spPr>
        <p:txBody>
          <a:bodyPr wrap="square">
            <a:spAutoFit/>
          </a:bodyPr>
          <a:lstStyle/>
          <a:p>
            <a:r>
              <a:rPr lang="de-DE" dirty="0">
                <a:hlinkClick r:id="rId2"/>
              </a:rPr>
              <a:t>devblogs.microsoft.com/azure-sql/sql-server-native-vector-search-for-net-developers/ Corner</a:t>
            </a:r>
            <a:endParaRPr lang="de-DE" dirty="0"/>
          </a:p>
        </p:txBody>
      </p:sp>
    </p:spTree>
    <p:extLst>
      <p:ext uri="{BB962C8B-B14F-4D97-AF65-F5344CB8AC3E}">
        <p14:creationId xmlns:p14="http://schemas.microsoft.com/office/powerpoint/2010/main" val="35456182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1F9E72-13F0-47E8-AF37-EEB8F153A93F}"/>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EB06E1AB-BCAE-E6D6-ADCB-136DEE2BB494}"/>
              </a:ext>
            </a:extLst>
          </p:cNvPr>
          <p:cNvSpPr>
            <a:spLocks noGrp="1"/>
          </p:cNvSpPr>
          <p:nvPr>
            <p:ph type="title"/>
          </p:nvPr>
        </p:nvSpPr>
        <p:spPr>
          <a:xfrm>
            <a:off x="546239" y="2217813"/>
            <a:ext cx="7758861" cy="830997"/>
          </a:xfrm>
        </p:spPr>
        <p:txBody>
          <a:bodyPr/>
          <a:lstStyle/>
          <a:p>
            <a:r>
              <a:rPr lang="en-US" sz="6000" dirty="0"/>
              <a:t>COMPLETIONS</a:t>
            </a:r>
            <a:endParaRPr lang="de-DE" dirty="0"/>
          </a:p>
        </p:txBody>
      </p:sp>
    </p:spTree>
    <p:extLst>
      <p:ext uri="{BB962C8B-B14F-4D97-AF65-F5344CB8AC3E}">
        <p14:creationId xmlns:p14="http://schemas.microsoft.com/office/powerpoint/2010/main" val="31722060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71AD778-E058-B284-A811-C86A3A08AE3C}"/>
              </a:ext>
            </a:extLst>
          </p:cNvPr>
          <p:cNvSpPr>
            <a:spLocks noGrp="1"/>
          </p:cNvSpPr>
          <p:nvPr>
            <p:ph type="title"/>
          </p:nvPr>
        </p:nvSpPr>
        <p:spPr/>
        <p:txBody>
          <a:bodyPr/>
          <a:lstStyle/>
          <a:p>
            <a:r>
              <a:rPr lang="en-US" dirty="0"/>
              <a:t>LLMs Complete Text</a:t>
            </a:r>
            <a:endParaRPr lang="de-DE" dirty="0"/>
          </a:p>
        </p:txBody>
      </p:sp>
      <p:pic>
        <p:nvPicPr>
          <p:cNvPr id="6" name="Picture 2">
            <a:extLst>
              <a:ext uri="{FF2B5EF4-FFF2-40B4-BE49-F238E27FC236}">
                <a16:creationId xmlns:a16="http://schemas.microsoft.com/office/drawing/2014/main" id="{1640A33A-4118-C107-B162-8B1B0824FBFF}"/>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1814449" y="1159693"/>
            <a:ext cx="7188199" cy="47981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04184786"/>
      </p:ext>
    </p:extLst>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05C9D8-99D5-CE0D-DCB5-4C582F1DB359}"/>
              </a:ext>
            </a:extLst>
          </p:cNvPr>
          <p:cNvSpPr>
            <a:spLocks noGrp="1"/>
          </p:cNvSpPr>
          <p:nvPr>
            <p:ph type="title"/>
          </p:nvPr>
        </p:nvSpPr>
        <p:spPr/>
        <p:txBody>
          <a:bodyPr/>
          <a:lstStyle/>
          <a:p>
            <a:r>
              <a:rPr lang="en-US" dirty="0"/>
              <a:t>Transformers</a:t>
            </a:r>
            <a:endParaRPr lang="de-DE" dirty="0"/>
          </a:p>
        </p:txBody>
      </p:sp>
      <p:pic>
        <p:nvPicPr>
          <p:cNvPr id="5" name="Picture 4">
            <a:extLst>
              <a:ext uri="{FF2B5EF4-FFF2-40B4-BE49-F238E27FC236}">
                <a16:creationId xmlns:a16="http://schemas.microsoft.com/office/drawing/2014/main" id="{6CF2ED39-508B-70BF-1C20-99BE666EBE06}"/>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2774152" y="1469813"/>
            <a:ext cx="4930987" cy="49309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82479883"/>
      </p:ext>
    </p:extLst>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2F8358F-8353-BD40-C035-BD295A46F923}"/>
              </a:ext>
            </a:extLst>
          </p:cNvPr>
          <p:cNvSpPr>
            <a:spLocks noGrp="1"/>
          </p:cNvSpPr>
          <p:nvPr>
            <p:ph type="title"/>
          </p:nvPr>
        </p:nvSpPr>
        <p:spPr>
          <a:xfrm>
            <a:off x="585216" y="2590025"/>
            <a:ext cx="6400800" cy="941796"/>
          </a:xfrm>
        </p:spPr>
        <p:txBody>
          <a:bodyPr/>
          <a:lstStyle/>
          <a:p>
            <a:r>
              <a:rPr lang="en-US" dirty="0"/>
              <a:t>Completing Text</a:t>
            </a:r>
            <a:br>
              <a:rPr lang="en-US" dirty="0"/>
            </a:br>
            <a:r>
              <a:rPr lang="en-US" sz="2800" dirty="0"/>
              <a:t>Under the hub</a:t>
            </a:r>
            <a:endParaRPr lang="de-DE" dirty="0"/>
          </a:p>
        </p:txBody>
      </p:sp>
      <p:sp>
        <p:nvSpPr>
          <p:cNvPr id="5" name="Text Placeholder 4">
            <a:extLst>
              <a:ext uri="{FF2B5EF4-FFF2-40B4-BE49-F238E27FC236}">
                <a16:creationId xmlns:a16="http://schemas.microsoft.com/office/drawing/2014/main" id="{DE6B9628-B518-865A-A510-DEED21EDE448}"/>
              </a:ext>
            </a:extLst>
          </p:cNvPr>
          <p:cNvSpPr>
            <a:spLocks noGrp="1"/>
          </p:cNvSpPr>
          <p:nvPr>
            <p:ph type="body" sz="quarter" idx="12"/>
          </p:nvPr>
        </p:nvSpPr>
        <p:spPr>
          <a:xfrm>
            <a:off x="585216" y="3977319"/>
            <a:ext cx="6400800" cy="1723549"/>
          </a:xfrm>
        </p:spPr>
        <p:txBody>
          <a:bodyPr/>
          <a:lstStyle/>
          <a:p>
            <a:pPr marL="285750" indent="-285750">
              <a:buFont typeface="Arial" panose="020B0604020202020204" pitchFamily="34" charset="0"/>
              <a:buChar char="•"/>
            </a:pPr>
            <a:r>
              <a:rPr lang="en-US" sz="2400" dirty="0"/>
              <a:t>C# Application</a:t>
            </a:r>
          </a:p>
          <a:p>
            <a:pPr marL="285750" indent="-285750">
              <a:buFont typeface="Arial" panose="020B0604020202020204" pitchFamily="34" charset="0"/>
              <a:buChar char="•"/>
            </a:pPr>
            <a:r>
              <a:rPr lang="en-US" sz="2400" dirty="0"/>
              <a:t>Using OpenAI </a:t>
            </a:r>
            <a:r>
              <a:rPr lang="en-US" sz="2400" dirty="0" err="1"/>
              <a:t>nuget</a:t>
            </a:r>
            <a:r>
              <a:rPr lang="en-US" sz="2400" dirty="0"/>
              <a:t> package</a:t>
            </a:r>
          </a:p>
          <a:p>
            <a:pPr marL="285750" indent="-285750">
              <a:buFont typeface="Arial" panose="020B0604020202020204" pitchFamily="34" charset="0"/>
              <a:buChar char="•"/>
            </a:pPr>
            <a:r>
              <a:rPr lang="en-US" sz="2400" dirty="0"/>
              <a:t>Executing </a:t>
            </a:r>
            <a:r>
              <a:rPr lang="en-US" sz="2400" dirty="0" err="1"/>
              <a:t>ChatCompletions</a:t>
            </a:r>
            <a:endParaRPr lang="en-US" sz="2400" dirty="0"/>
          </a:p>
          <a:p>
            <a:pPr marL="285750" indent="-285750">
              <a:buFont typeface="Arial" panose="020B0604020202020204" pitchFamily="34" charset="0"/>
              <a:buChar char="•"/>
            </a:pPr>
            <a:r>
              <a:rPr lang="en-US" sz="2400" dirty="0"/>
              <a:t>Presenting Probabilities</a:t>
            </a:r>
          </a:p>
          <a:p>
            <a:endParaRPr lang="en-US" dirty="0"/>
          </a:p>
        </p:txBody>
      </p:sp>
      <p:sp>
        <p:nvSpPr>
          <p:cNvPr id="7" name="TextBox 6">
            <a:extLst>
              <a:ext uri="{FF2B5EF4-FFF2-40B4-BE49-F238E27FC236}">
                <a16:creationId xmlns:a16="http://schemas.microsoft.com/office/drawing/2014/main" id="{4A96DDFB-D405-2B0C-8D5D-51D8FF84A1D7}"/>
              </a:ext>
            </a:extLst>
          </p:cNvPr>
          <p:cNvSpPr txBox="1"/>
          <p:nvPr/>
        </p:nvSpPr>
        <p:spPr>
          <a:xfrm>
            <a:off x="585216" y="5782420"/>
            <a:ext cx="6811860" cy="907171"/>
          </a:xfrm>
          <a:prstGeom prst="rect">
            <a:avLst/>
          </a:prstGeom>
          <a:noFill/>
        </p:spPr>
        <p:txBody>
          <a:bodyPr wrap="square">
            <a:spAutoFit/>
          </a:bodyPr>
          <a:lstStyle/>
          <a:p>
            <a:r>
              <a:rPr lang="de-DE" dirty="0">
                <a:solidFill>
                  <a:schemeClr val="bg1"/>
                </a:solidFill>
              </a:rPr>
              <a:t>.\</a:t>
            </a:r>
            <a:r>
              <a:rPr lang="de-DE" dirty="0" err="1">
                <a:solidFill>
                  <a:schemeClr val="bg1"/>
                </a:solidFill>
              </a:rPr>
              <a:t>src</a:t>
            </a:r>
            <a:r>
              <a:rPr lang="de-DE" dirty="0">
                <a:solidFill>
                  <a:schemeClr val="bg1"/>
                </a:solidFill>
              </a:rPr>
              <a:t>\</a:t>
            </a:r>
            <a:r>
              <a:rPr lang="de-DE" dirty="0" err="1">
                <a:solidFill>
                  <a:schemeClr val="bg1"/>
                </a:solidFill>
              </a:rPr>
              <a:t>OpenAI.Samples</a:t>
            </a:r>
            <a:r>
              <a:rPr lang="de-DE" dirty="0">
                <a:solidFill>
                  <a:schemeClr val="bg1"/>
                </a:solidFill>
              </a:rPr>
              <a:t> </a:t>
            </a:r>
            <a:br>
              <a:rPr lang="de-DE" dirty="0">
                <a:solidFill>
                  <a:schemeClr val="bg1"/>
                </a:solidFill>
              </a:rPr>
            </a:br>
            <a:r>
              <a:rPr lang="de-DE" dirty="0">
                <a:solidFill>
                  <a:schemeClr val="bg1"/>
                </a:solidFill>
              </a:rPr>
              <a:t>Sample: </a:t>
            </a:r>
            <a:r>
              <a:rPr lang="de-DE" dirty="0" err="1">
                <a:solidFill>
                  <a:schemeClr val="bg1"/>
                </a:solidFill>
              </a:rPr>
              <a:t>ChatCompletionsAsync</a:t>
            </a:r>
            <a:endParaRPr lang="de-DE" dirty="0">
              <a:solidFill>
                <a:schemeClr val="bg1"/>
              </a:solidFill>
            </a:endParaRPr>
          </a:p>
          <a:p>
            <a:endParaRPr lang="de-DE" dirty="0">
              <a:solidFill>
                <a:schemeClr val="bg1"/>
              </a:solidFill>
            </a:endParaRPr>
          </a:p>
        </p:txBody>
      </p:sp>
    </p:spTree>
    <p:extLst>
      <p:ext uri="{BB962C8B-B14F-4D97-AF65-F5344CB8AC3E}">
        <p14:creationId xmlns:p14="http://schemas.microsoft.com/office/powerpoint/2010/main" val="7644383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5CCEB8-6AD6-48BD-39FD-2D3584698B7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48E84477-A03E-796A-7922-7861C4A07E3D}"/>
              </a:ext>
            </a:extLst>
          </p:cNvPr>
          <p:cNvSpPr>
            <a:spLocks noGrp="1"/>
          </p:cNvSpPr>
          <p:nvPr>
            <p:ph type="title"/>
          </p:nvPr>
        </p:nvSpPr>
        <p:spPr>
          <a:xfrm>
            <a:off x="470738" y="1988606"/>
            <a:ext cx="9570884" cy="1440394"/>
          </a:xfrm>
        </p:spPr>
        <p:txBody>
          <a:bodyPr/>
          <a:lstStyle/>
          <a:p>
            <a:r>
              <a:rPr lang="en-US" sz="4400" dirty="0"/>
              <a:t>Retrieval Augmented Generation</a:t>
            </a:r>
            <a:br>
              <a:rPr lang="en-US" sz="6000" dirty="0"/>
            </a:br>
            <a:r>
              <a:rPr lang="en-US" sz="6000" dirty="0"/>
              <a:t>R A G</a:t>
            </a:r>
            <a:endParaRPr lang="de-DE" dirty="0"/>
          </a:p>
        </p:txBody>
      </p:sp>
    </p:spTree>
    <p:extLst>
      <p:ext uri="{BB962C8B-B14F-4D97-AF65-F5344CB8AC3E}">
        <p14:creationId xmlns:p14="http://schemas.microsoft.com/office/powerpoint/2010/main" val="36625435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143F54-2995-E037-7270-A8DAC7707967}"/>
              </a:ext>
            </a:extLst>
          </p:cNvPr>
          <p:cNvSpPr>
            <a:spLocks noGrp="1"/>
          </p:cNvSpPr>
          <p:nvPr>
            <p:ph type="title"/>
          </p:nvPr>
        </p:nvSpPr>
        <p:spPr>
          <a:xfrm>
            <a:off x="588263" y="457200"/>
            <a:ext cx="11018520" cy="553998"/>
          </a:xfrm>
        </p:spPr>
        <p:txBody>
          <a:bodyPr/>
          <a:lstStyle/>
          <a:p>
            <a:r>
              <a:rPr lang="en-US" dirty="0"/>
              <a:t>What is RAG?</a:t>
            </a:r>
            <a:endParaRPr lang="de-DE" dirty="0"/>
          </a:p>
        </p:txBody>
      </p:sp>
      <p:sp>
        <p:nvSpPr>
          <p:cNvPr id="3" name="Text Placeholder 2">
            <a:extLst>
              <a:ext uri="{FF2B5EF4-FFF2-40B4-BE49-F238E27FC236}">
                <a16:creationId xmlns:a16="http://schemas.microsoft.com/office/drawing/2014/main" id="{F0F5E600-10F1-1176-16A8-E1F905C9E61C}"/>
              </a:ext>
            </a:extLst>
          </p:cNvPr>
          <p:cNvSpPr>
            <a:spLocks noGrp="1"/>
          </p:cNvSpPr>
          <p:nvPr>
            <p:ph type="body" sz="quarter" idx="10"/>
          </p:nvPr>
        </p:nvSpPr>
        <p:spPr>
          <a:xfrm>
            <a:off x="586740" y="2510505"/>
            <a:ext cx="11018520" cy="2412968"/>
          </a:xfrm>
        </p:spPr>
        <p:txBody>
          <a:bodyPr/>
          <a:lstStyle/>
          <a:p>
            <a:r>
              <a:rPr lang="en-US" dirty="0"/>
              <a:t>Extending the model knowledge</a:t>
            </a:r>
          </a:p>
          <a:p>
            <a:r>
              <a:rPr lang="en-US" dirty="0"/>
              <a:t>Combines information retrieval </a:t>
            </a:r>
            <a:br>
              <a:rPr lang="en-US" dirty="0"/>
            </a:br>
            <a:r>
              <a:rPr lang="en-US" dirty="0"/>
              <a:t>with text generation</a:t>
            </a:r>
          </a:p>
          <a:p>
            <a:endParaRPr lang="en-US" dirty="0"/>
          </a:p>
          <a:p>
            <a:endParaRPr lang="de-DE" dirty="0"/>
          </a:p>
        </p:txBody>
      </p:sp>
      <p:sp>
        <p:nvSpPr>
          <p:cNvPr id="5" name="TextBox 4">
            <a:extLst>
              <a:ext uri="{FF2B5EF4-FFF2-40B4-BE49-F238E27FC236}">
                <a16:creationId xmlns:a16="http://schemas.microsoft.com/office/drawing/2014/main" id="{23167428-4812-784A-DC82-F71D87FB25C5}"/>
              </a:ext>
            </a:extLst>
          </p:cNvPr>
          <p:cNvSpPr txBox="1"/>
          <p:nvPr/>
        </p:nvSpPr>
        <p:spPr>
          <a:xfrm>
            <a:off x="592595" y="6165876"/>
            <a:ext cx="6241942" cy="369332"/>
          </a:xfrm>
          <a:prstGeom prst="rect">
            <a:avLst/>
          </a:prstGeom>
          <a:noFill/>
        </p:spPr>
        <p:txBody>
          <a:bodyPr wrap="square">
            <a:spAutoFit/>
          </a:bodyPr>
          <a:lstStyle/>
          <a:p>
            <a:r>
              <a:rPr lang="en-US" dirty="0">
                <a:hlinkClick r:id="rId2">
                  <a:extLst>
                    <a:ext uri="{A12FA001-AC4F-418D-AE19-62706E023703}">
                      <ahyp:hlinkClr xmlns:ahyp="http://schemas.microsoft.com/office/drawing/2018/hyperlinkcolor" val="tx"/>
                    </a:ext>
                  </a:extLst>
                </a:hlinkClick>
              </a:rPr>
              <a:t>https://arxiv.org/abs/2005.11401</a:t>
            </a:r>
            <a:r>
              <a:rPr lang="en-US" dirty="0"/>
              <a:t> </a:t>
            </a:r>
          </a:p>
        </p:txBody>
      </p:sp>
      <p:pic>
        <p:nvPicPr>
          <p:cNvPr id="7" name="Picture 2">
            <a:extLst>
              <a:ext uri="{FF2B5EF4-FFF2-40B4-BE49-F238E27FC236}">
                <a16:creationId xmlns:a16="http://schemas.microsoft.com/office/drawing/2014/main" id="{FD143030-90ED-2372-2B2C-82BCE4A2FFC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00" y="0"/>
            <a:ext cx="45720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20440843"/>
      </p:ext>
    </p:extLst>
  </p:cSld>
  <p:clrMapOvr>
    <a:masterClrMapping/>
  </p:clrMapOvr>
  <p:transition>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79E3019-7438-948C-EE9D-E469FBF00470}"/>
              </a:ext>
            </a:extLst>
          </p:cNvPr>
          <p:cNvSpPr>
            <a:spLocks noGrp="1"/>
          </p:cNvSpPr>
          <p:nvPr>
            <p:ph type="title"/>
          </p:nvPr>
        </p:nvSpPr>
        <p:spPr/>
        <p:txBody>
          <a:bodyPr/>
          <a:lstStyle/>
          <a:p>
            <a:r>
              <a:rPr lang="en-US" dirty="0"/>
              <a:t>RAG Demos</a:t>
            </a:r>
            <a:endParaRPr lang="de-DE" dirty="0"/>
          </a:p>
        </p:txBody>
      </p:sp>
      <p:sp>
        <p:nvSpPr>
          <p:cNvPr id="5" name="Text Placeholder 4">
            <a:extLst>
              <a:ext uri="{FF2B5EF4-FFF2-40B4-BE49-F238E27FC236}">
                <a16:creationId xmlns:a16="http://schemas.microsoft.com/office/drawing/2014/main" id="{CF6479BD-BC96-2C1A-A8EA-6DCE77364807}"/>
              </a:ext>
            </a:extLst>
          </p:cNvPr>
          <p:cNvSpPr>
            <a:spLocks noGrp="1"/>
          </p:cNvSpPr>
          <p:nvPr>
            <p:ph type="body" sz="quarter" idx="12"/>
          </p:nvPr>
        </p:nvSpPr>
        <p:spPr>
          <a:xfrm>
            <a:off x="585216" y="3968930"/>
            <a:ext cx="6400800" cy="1969770"/>
          </a:xfrm>
        </p:spPr>
        <p:txBody>
          <a:bodyPr/>
          <a:lstStyle/>
          <a:p>
            <a:pPr marL="285750" indent="-285750">
              <a:buFont typeface="Arial" panose="020B0604020202020204" pitchFamily="34" charset="0"/>
              <a:buChar char="•"/>
            </a:pPr>
            <a:r>
              <a:rPr lang="en-US" sz="2800" dirty="0"/>
              <a:t>Creating chunks</a:t>
            </a:r>
          </a:p>
          <a:p>
            <a:pPr marL="285750" indent="-285750">
              <a:buFont typeface="Arial" panose="020B0604020202020204" pitchFamily="34" charset="0"/>
              <a:buChar char="•"/>
            </a:pPr>
            <a:r>
              <a:rPr lang="en-US" sz="2800" dirty="0"/>
              <a:t>Creating embeddings</a:t>
            </a:r>
          </a:p>
          <a:p>
            <a:pPr marL="285750" indent="-285750">
              <a:buFont typeface="Arial" panose="020B0604020202020204" pitchFamily="34" charset="0"/>
              <a:buChar char="•"/>
            </a:pPr>
            <a:r>
              <a:rPr lang="en-US" sz="2800" dirty="0" err="1"/>
              <a:t>InMemory</a:t>
            </a:r>
            <a:r>
              <a:rPr lang="en-US" sz="2800" dirty="0"/>
              <a:t> Vector DB</a:t>
            </a:r>
          </a:p>
          <a:p>
            <a:pPr marL="285750" indent="-285750">
              <a:buFont typeface="Arial" panose="020B0604020202020204" pitchFamily="34" charset="0"/>
              <a:buChar char="•"/>
            </a:pPr>
            <a:r>
              <a:rPr lang="en-US" sz="2800" dirty="0"/>
              <a:t>Calculating Similarity</a:t>
            </a:r>
          </a:p>
          <a:p>
            <a:endParaRPr lang="de-DE" dirty="0"/>
          </a:p>
        </p:txBody>
      </p:sp>
      <p:sp>
        <p:nvSpPr>
          <p:cNvPr id="7" name="TextBox 6">
            <a:extLst>
              <a:ext uri="{FF2B5EF4-FFF2-40B4-BE49-F238E27FC236}">
                <a16:creationId xmlns:a16="http://schemas.microsoft.com/office/drawing/2014/main" id="{0513C5E6-F647-1788-2AE6-171C359C9C2F}"/>
              </a:ext>
            </a:extLst>
          </p:cNvPr>
          <p:cNvSpPr txBox="1"/>
          <p:nvPr/>
        </p:nvSpPr>
        <p:spPr>
          <a:xfrm>
            <a:off x="379686" y="5977355"/>
            <a:ext cx="6811860" cy="907171"/>
          </a:xfrm>
          <a:prstGeom prst="rect">
            <a:avLst/>
          </a:prstGeom>
          <a:noFill/>
        </p:spPr>
        <p:txBody>
          <a:bodyPr wrap="square">
            <a:spAutoFit/>
          </a:bodyPr>
          <a:lstStyle/>
          <a:p>
            <a:r>
              <a:rPr lang="de-DE" dirty="0">
                <a:solidFill>
                  <a:schemeClr val="bg1"/>
                </a:solidFill>
              </a:rPr>
              <a:t>.\</a:t>
            </a:r>
            <a:r>
              <a:rPr lang="de-DE" dirty="0" err="1">
                <a:solidFill>
                  <a:schemeClr val="bg1"/>
                </a:solidFill>
              </a:rPr>
              <a:t>src</a:t>
            </a:r>
            <a:r>
              <a:rPr lang="de-DE" dirty="0">
                <a:solidFill>
                  <a:schemeClr val="bg1"/>
                </a:solidFill>
              </a:rPr>
              <a:t>\</a:t>
            </a:r>
            <a:r>
              <a:rPr lang="de-DE" dirty="0" err="1">
                <a:solidFill>
                  <a:schemeClr val="bg1"/>
                </a:solidFill>
              </a:rPr>
              <a:t>SKTrainingSolution</a:t>
            </a:r>
            <a:r>
              <a:rPr lang="de-DE" dirty="0">
                <a:solidFill>
                  <a:schemeClr val="bg1"/>
                </a:solidFill>
              </a:rPr>
              <a:t>\</a:t>
            </a:r>
            <a:r>
              <a:rPr lang="de-DE" dirty="0" err="1">
                <a:solidFill>
                  <a:schemeClr val="bg1"/>
                </a:solidFill>
              </a:rPr>
              <a:t>semantickernelsample</a:t>
            </a:r>
            <a:r>
              <a:rPr lang="de-DE" dirty="0">
                <a:solidFill>
                  <a:schemeClr val="bg1"/>
                </a:solidFill>
              </a:rPr>
              <a:t>\</a:t>
            </a:r>
            <a:br>
              <a:rPr lang="de-DE" dirty="0">
                <a:solidFill>
                  <a:schemeClr val="bg1"/>
                </a:solidFill>
              </a:rPr>
            </a:br>
            <a:r>
              <a:rPr lang="de-DE" dirty="0">
                <a:solidFill>
                  <a:schemeClr val="bg1"/>
                </a:solidFill>
              </a:rPr>
              <a:t>Samples: </a:t>
            </a:r>
            <a:r>
              <a:rPr lang="de-DE" dirty="0" err="1">
                <a:solidFill>
                  <a:schemeClr val="bg1"/>
                </a:solidFill>
              </a:rPr>
              <a:t>RagSample.cs</a:t>
            </a:r>
            <a:endParaRPr lang="de-DE" dirty="0">
              <a:solidFill>
                <a:schemeClr val="bg1"/>
              </a:solidFill>
            </a:endParaRPr>
          </a:p>
          <a:p>
            <a:endParaRPr lang="de-DE" dirty="0">
              <a:solidFill>
                <a:schemeClr val="bg1"/>
              </a:solidFill>
            </a:endParaRPr>
          </a:p>
        </p:txBody>
      </p:sp>
    </p:spTree>
    <p:extLst>
      <p:ext uri="{BB962C8B-B14F-4D97-AF65-F5344CB8AC3E}">
        <p14:creationId xmlns:p14="http://schemas.microsoft.com/office/powerpoint/2010/main" val="17858345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3688D8-4DD0-2184-38F4-99B0E323557D}"/>
              </a:ext>
            </a:extLst>
          </p:cNvPr>
          <p:cNvSpPr>
            <a:spLocks noGrp="1"/>
          </p:cNvSpPr>
          <p:nvPr>
            <p:ph type="title"/>
          </p:nvPr>
        </p:nvSpPr>
        <p:spPr/>
        <p:txBody>
          <a:bodyPr/>
          <a:lstStyle/>
          <a:p>
            <a:r>
              <a:rPr lang="en-US" dirty="0"/>
              <a:t>The problem with RAG</a:t>
            </a:r>
            <a:endParaRPr lang="de-DE" dirty="0"/>
          </a:p>
        </p:txBody>
      </p:sp>
      <p:sp>
        <p:nvSpPr>
          <p:cNvPr id="3" name="Text Placeholder 2">
            <a:extLst>
              <a:ext uri="{FF2B5EF4-FFF2-40B4-BE49-F238E27FC236}">
                <a16:creationId xmlns:a16="http://schemas.microsoft.com/office/drawing/2014/main" id="{8F0D4000-DE26-B0FC-015D-BE3A1B9B6F22}"/>
              </a:ext>
            </a:extLst>
          </p:cNvPr>
          <p:cNvSpPr>
            <a:spLocks noGrp="1"/>
          </p:cNvSpPr>
          <p:nvPr>
            <p:ph type="body" sz="quarter" idx="10"/>
          </p:nvPr>
        </p:nvSpPr>
        <p:spPr>
          <a:xfrm>
            <a:off x="588263" y="1283369"/>
            <a:ext cx="11018520" cy="4801314"/>
          </a:xfrm>
        </p:spPr>
        <p:txBody>
          <a:bodyPr/>
          <a:lstStyle/>
          <a:p>
            <a:r>
              <a:rPr lang="en-US" sz="2400" dirty="0"/>
              <a:t>In a typical RAG pipeline:</a:t>
            </a:r>
          </a:p>
          <a:p>
            <a:pPr>
              <a:buFont typeface="+mj-lt"/>
              <a:buAutoNum type="arabicPeriod"/>
            </a:pPr>
            <a:r>
              <a:rPr lang="en-US" sz="2400" dirty="0"/>
              <a:t>You convert a query into an </a:t>
            </a:r>
            <a:r>
              <a:rPr lang="en-US" sz="2400" b="1" dirty="0"/>
              <a:t>embedding</a:t>
            </a:r>
            <a:r>
              <a:rPr lang="en-US" sz="2400" dirty="0"/>
              <a:t> </a:t>
            </a:r>
          </a:p>
          <a:p>
            <a:pPr>
              <a:buFont typeface="+mj-lt"/>
              <a:buAutoNum type="arabicPeriod"/>
            </a:pPr>
            <a:r>
              <a:rPr lang="en-US" sz="2400" dirty="0"/>
              <a:t>You search a vector database for similar embeddings </a:t>
            </a:r>
          </a:p>
          <a:p>
            <a:pPr>
              <a:buFont typeface="+mj-lt"/>
              <a:buAutoNum type="arabicPeriod"/>
            </a:pPr>
            <a:r>
              <a:rPr lang="en-US" sz="2400" dirty="0"/>
              <a:t>You retrieve the top </a:t>
            </a:r>
            <a:r>
              <a:rPr lang="en-US" sz="2400" i="1" dirty="0"/>
              <a:t>k</a:t>
            </a:r>
            <a:r>
              <a:rPr lang="en-US" sz="2400" dirty="0"/>
              <a:t> chunks (e.g., top 5 or 10) </a:t>
            </a:r>
          </a:p>
          <a:p>
            <a:r>
              <a:rPr lang="en-US" sz="2400" dirty="0"/>
              <a:t>The issue:</a:t>
            </a:r>
            <a:br>
              <a:rPr lang="en-US" sz="2400" dirty="0"/>
            </a:br>
            <a:r>
              <a:rPr lang="en-US" sz="2400" dirty="0"/>
              <a:t>👉 </a:t>
            </a:r>
            <a:r>
              <a:rPr lang="en-US" sz="2400" b="1" dirty="0"/>
              <a:t>Embedding similarity ≠ true relevance</a:t>
            </a:r>
            <a:endParaRPr lang="en-US" sz="2400" dirty="0"/>
          </a:p>
          <a:p>
            <a:r>
              <a:rPr lang="en-US" sz="2400" dirty="0"/>
              <a:t>Why?</a:t>
            </a:r>
          </a:p>
          <a:p>
            <a:pPr>
              <a:buFont typeface="Arial" panose="020B0604020202020204" pitchFamily="34" charset="0"/>
              <a:buChar char="•"/>
            </a:pPr>
            <a:r>
              <a:rPr lang="en-US" sz="2400" dirty="0"/>
              <a:t>Embeddings capture </a:t>
            </a:r>
            <a:r>
              <a:rPr lang="en-US" sz="2400" i="1" dirty="0"/>
              <a:t>semantic similarity</a:t>
            </a:r>
            <a:r>
              <a:rPr lang="en-US" sz="2400" dirty="0"/>
              <a:t>, not exact intent </a:t>
            </a:r>
          </a:p>
          <a:p>
            <a:pPr>
              <a:buFont typeface="Arial" panose="020B0604020202020204" pitchFamily="34" charset="0"/>
              <a:buChar char="•"/>
            </a:pPr>
            <a:r>
              <a:rPr lang="en-US" sz="2400" dirty="0"/>
              <a:t>They can miss nuance (negation, context, specificity) </a:t>
            </a:r>
          </a:p>
          <a:p>
            <a:pPr>
              <a:buFont typeface="Arial" panose="020B0604020202020204" pitchFamily="34" charset="0"/>
              <a:buChar char="•"/>
            </a:pPr>
            <a:r>
              <a:rPr lang="en-US" sz="2400" dirty="0"/>
              <a:t>You often get “kind of related” chunks instead of “exactly what you need”</a:t>
            </a:r>
          </a:p>
          <a:p>
            <a:endParaRPr lang="de-DE" sz="2400" dirty="0"/>
          </a:p>
        </p:txBody>
      </p:sp>
    </p:spTree>
    <p:extLst>
      <p:ext uri="{BB962C8B-B14F-4D97-AF65-F5344CB8AC3E}">
        <p14:creationId xmlns:p14="http://schemas.microsoft.com/office/powerpoint/2010/main" val="1066160704"/>
      </p:ext>
    </p:extLst>
  </p:cSld>
  <p:clrMapOvr>
    <a:masterClrMapping/>
  </p:clrMapOvr>
  <p:transition>
    <p:fad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580D5C-8B3E-64CE-ED2E-695C9515D2E5}"/>
              </a:ext>
            </a:extLst>
          </p:cNvPr>
          <p:cNvSpPr>
            <a:spLocks noGrp="1"/>
          </p:cNvSpPr>
          <p:nvPr>
            <p:ph type="title"/>
          </p:nvPr>
        </p:nvSpPr>
        <p:spPr/>
        <p:txBody>
          <a:bodyPr/>
          <a:lstStyle/>
          <a:p>
            <a:r>
              <a:rPr lang="en-US" dirty="0"/>
              <a:t>Reranking</a:t>
            </a:r>
            <a:endParaRPr lang="de-DE" dirty="0"/>
          </a:p>
        </p:txBody>
      </p:sp>
      <p:sp>
        <p:nvSpPr>
          <p:cNvPr id="3" name="Text Placeholder 2">
            <a:extLst>
              <a:ext uri="{FF2B5EF4-FFF2-40B4-BE49-F238E27FC236}">
                <a16:creationId xmlns:a16="http://schemas.microsoft.com/office/drawing/2014/main" id="{AAFB123F-EF6F-B6C2-A88E-2C67E892C652}"/>
              </a:ext>
            </a:extLst>
          </p:cNvPr>
          <p:cNvSpPr>
            <a:spLocks noGrp="1"/>
          </p:cNvSpPr>
          <p:nvPr>
            <p:ph type="body" sz="quarter" idx="10"/>
          </p:nvPr>
        </p:nvSpPr>
        <p:spPr>
          <a:xfrm>
            <a:off x="586390" y="1434370"/>
            <a:ext cx="11018520" cy="3964162"/>
          </a:xfrm>
        </p:spPr>
        <p:txBody>
          <a:bodyPr/>
          <a:lstStyle/>
          <a:p>
            <a:r>
              <a:rPr lang="en-US" b="1" dirty="0"/>
              <a:t>Reranking = a second, smarter filtering step</a:t>
            </a:r>
            <a:endParaRPr lang="en-US" dirty="0"/>
          </a:p>
          <a:p>
            <a:r>
              <a:rPr lang="en-US" dirty="0"/>
              <a:t>After retrieval:</a:t>
            </a:r>
          </a:p>
          <a:p>
            <a:pPr>
              <a:buFont typeface="+mj-lt"/>
              <a:buAutoNum type="arabicPeriod"/>
            </a:pPr>
            <a:r>
              <a:rPr lang="en-US" dirty="0"/>
              <a:t>You take the top </a:t>
            </a:r>
            <a:r>
              <a:rPr lang="en-US" i="1" dirty="0"/>
              <a:t>k</a:t>
            </a:r>
            <a:r>
              <a:rPr lang="en-US" dirty="0"/>
              <a:t> candidates (e.g., 20 chunks) </a:t>
            </a:r>
          </a:p>
          <a:p>
            <a:pPr>
              <a:buFont typeface="+mj-lt"/>
              <a:buAutoNum type="arabicPeriod"/>
            </a:pPr>
            <a:r>
              <a:rPr lang="en-US" dirty="0"/>
              <a:t>You pass them—together with the query—into a </a:t>
            </a:r>
            <a:r>
              <a:rPr lang="en-US" b="1" dirty="0" err="1"/>
              <a:t>reranker</a:t>
            </a:r>
            <a:r>
              <a:rPr lang="en-US" b="1" dirty="0"/>
              <a:t> model</a:t>
            </a:r>
            <a:r>
              <a:rPr lang="en-US" dirty="0"/>
              <a:t> </a:t>
            </a:r>
          </a:p>
          <a:p>
            <a:pPr>
              <a:buFont typeface="+mj-lt"/>
              <a:buAutoNum type="arabicPeriod"/>
            </a:pPr>
            <a:r>
              <a:rPr lang="en-US" dirty="0"/>
              <a:t>The model scores each chunk based on </a:t>
            </a:r>
            <a:r>
              <a:rPr lang="en-US" b="1" dirty="0"/>
              <a:t>actual relevance to the query</a:t>
            </a:r>
            <a:r>
              <a:rPr lang="en-US" dirty="0"/>
              <a:t> </a:t>
            </a:r>
          </a:p>
          <a:p>
            <a:pPr>
              <a:buFont typeface="+mj-lt"/>
              <a:buAutoNum type="arabicPeriod"/>
            </a:pPr>
            <a:r>
              <a:rPr lang="en-US" dirty="0"/>
              <a:t>You keep the best </a:t>
            </a:r>
            <a:r>
              <a:rPr lang="en-US" i="1" dirty="0"/>
              <a:t>n</a:t>
            </a:r>
            <a:r>
              <a:rPr lang="en-US" dirty="0"/>
              <a:t> (e.g., top 3–5)</a:t>
            </a:r>
          </a:p>
          <a:p>
            <a:endParaRPr lang="de-DE" dirty="0"/>
          </a:p>
        </p:txBody>
      </p:sp>
      <p:sp>
        <p:nvSpPr>
          <p:cNvPr id="5" name="TextBox 4">
            <a:extLst>
              <a:ext uri="{FF2B5EF4-FFF2-40B4-BE49-F238E27FC236}">
                <a16:creationId xmlns:a16="http://schemas.microsoft.com/office/drawing/2014/main" id="{5CB4CD52-CB8F-FB2A-378D-45A13BFE0C2D}"/>
              </a:ext>
            </a:extLst>
          </p:cNvPr>
          <p:cNvSpPr txBox="1"/>
          <p:nvPr/>
        </p:nvSpPr>
        <p:spPr>
          <a:xfrm>
            <a:off x="2105636" y="5639731"/>
            <a:ext cx="6811860" cy="363946"/>
          </a:xfrm>
          <a:prstGeom prst="rect">
            <a:avLst/>
          </a:prstGeom>
          <a:noFill/>
        </p:spPr>
        <p:txBody>
          <a:bodyPr wrap="square">
            <a:spAutoFit/>
          </a:bodyPr>
          <a:lstStyle/>
          <a:p>
            <a:r>
              <a:rPr lang="en-US" dirty="0"/>
              <a:t>Score how relevant this document is to the query from 3-5</a:t>
            </a:r>
          </a:p>
        </p:txBody>
      </p:sp>
    </p:spTree>
    <p:extLst>
      <p:ext uri="{BB962C8B-B14F-4D97-AF65-F5344CB8AC3E}">
        <p14:creationId xmlns:p14="http://schemas.microsoft.com/office/powerpoint/2010/main" val="1338297942"/>
      </p:ext>
    </p:extLst>
  </p:cSld>
  <p:clrMapOvr>
    <a:masterClrMapping/>
  </p:clrMapOvr>
  <p:transition>
    <p:fad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42D8DE-FA95-0CE5-A10B-CC89F1AC629A}"/>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528A1484-79D6-9B1F-DCEC-7AB95A33A9DB}"/>
              </a:ext>
            </a:extLst>
          </p:cNvPr>
          <p:cNvSpPr>
            <a:spLocks noGrp="1"/>
          </p:cNvSpPr>
          <p:nvPr>
            <p:ph type="title"/>
          </p:nvPr>
        </p:nvSpPr>
        <p:spPr/>
        <p:txBody>
          <a:bodyPr/>
          <a:lstStyle/>
          <a:p>
            <a:r>
              <a:rPr lang="en-US" dirty="0"/>
              <a:t>RAG Demos</a:t>
            </a:r>
            <a:endParaRPr lang="de-DE" dirty="0"/>
          </a:p>
        </p:txBody>
      </p:sp>
      <p:sp>
        <p:nvSpPr>
          <p:cNvPr id="5" name="Text Placeholder 4">
            <a:extLst>
              <a:ext uri="{FF2B5EF4-FFF2-40B4-BE49-F238E27FC236}">
                <a16:creationId xmlns:a16="http://schemas.microsoft.com/office/drawing/2014/main" id="{58D8041F-1714-2DF2-905C-8E2B0D089382}"/>
              </a:ext>
            </a:extLst>
          </p:cNvPr>
          <p:cNvSpPr>
            <a:spLocks noGrp="1"/>
          </p:cNvSpPr>
          <p:nvPr>
            <p:ph type="body" sz="quarter" idx="12"/>
          </p:nvPr>
        </p:nvSpPr>
        <p:spPr>
          <a:xfrm>
            <a:off x="585216" y="3968930"/>
            <a:ext cx="6400800" cy="1969770"/>
          </a:xfrm>
        </p:spPr>
        <p:txBody>
          <a:bodyPr/>
          <a:lstStyle/>
          <a:p>
            <a:pPr marL="285750" indent="-285750">
              <a:buFont typeface="Arial" panose="020B0604020202020204" pitchFamily="34" charset="0"/>
              <a:buChar char="•"/>
            </a:pPr>
            <a:r>
              <a:rPr lang="en-US" sz="2800" dirty="0"/>
              <a:t>Creating chunks</a:t>
            </a:r>
          </a:p>
          <a:p>
            <a:pPr marL="285750" indent="-285750">
              <a:buFont typeface="Arial" panose="020B0604020202020204" pitchFamily="34" charset="0"/>
              <a:buChar char="•"/>
            </a:pPr>
            <a:r>
              <a:rPr lang="en-US" sz="2800" dirty="0"/>
              <a:t>Creating embeddings</a:t>
            </a:r>
          </a:p>
          <a:p>
            <a:pPr marL="285750" indent="-285750">
              <a:buFont typeface="Arial" panose="020B0604020202020204" pitchFamily="34" charset="0"/>
              <a:buChar char="•"/>
            </a:pPr>
            <a:r>
              <a:rPr lang="en-US" sz="2800" dirty="0" err="1"/>
              <a:t>InMemory</a:t>
            </a:r>
            <a:r>
              <a:rPr lang="en-US" sz="2800" dirty="0"/>
              <a:t> Vector DB</a:t>
            </a:r>
          </a:p>
          <a:p>
            <a:pPr marL="285750" indent="-285750">
              <a:buFont typeface="Arial" panose="020B0604020202020204" pitchFamily="34" charset="0"/>
              <a:buChar char="•"/>
            </a:pPr>
            <a:r>
              <a:rPr lang="en-US" sz="2800" dirty="0"/>
              <a:t>Calculating Similarity</a:t>
            </a:r>
          </a:p>
          <a:p>
            <a:endParaRPr lang="de-DE" dirty="0"/>
          </a:p>
        </p:txBody>
      </p:sp>
    </p:spTree>
    <p:extLst>
      <p:ext uri="{BB962C8B-B14F-4D97-AF65-F5344CB8AC3E}">
        <p14:creationId xmlns:p14="http://schemas.microsoft.com/office/powerpoint/2010/main" val="33657658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6B1C56-9ED0-5637-465B-6722B46F5566}"/>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2DE63B0C-23A5-001F-FA21-AC63120C8773}"/>
              </a:ext>
            </a:extLst>
          </p:cNvPr>
          <p:cNvSpPr>
            <a:spLocks noGrp="1"/>
          </p:cNvSpPr>
          <p:nvPr>
            <p:ph type="title"/>
          </p:nvPr>
        </p:nvSpPr>
        <p:spPr>
          <a:xfrm>
            <a:off x="470738" y="2321004"/>
            <a:ext cx="9570884" cy="1107996"/>
          </a:xfrm>
        </p:spPr>
        <p:txBody>
          <a:bodyPr/>
          <a:lstStyle/>
          <a:p>
            <a:r>
              <a:rPr lang="en-US" sz="4400" dirty="0"/>
              <a:t>AGENTS</a:t>
            </a:r>
            <a:br>
              <a:rPr lang="en-US" sz="4400" dirty="0"/>
            </a:br>
            <a:r>
              <a:rPr lang="en-US" sz="3600" dirty="0"/>
              <a:t>Microsoft Agent Framework</a:t>
            </a:r>
            <a:endParaRPr lang="de-DE" dirty="0"/>
          </a:p>
        </p:txBody>
      </p:sp>
    </p:spTree>
    <p:extLst>
      <p:ext uri="{BB962C8B-B14F-4D97-AF65-F5344CB8AC3E}">
        <p14:creationId xmlns:p14="http://schemas.microsoft.com/office/powerpoint/2010/main" val="21700620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DEE794-8035-DDAA-02C6-F0AAD4B92557}"/>
              </a:ext>
            </a:extLst>
          </p:cNvPr>
          <p:cNvSpPr>
            <a:spLocks noGrp="1"/>
          </p:cNvSpPr>
          <p:nvPr>
            <p:ph type="title"/>
          </p:nvPr>
        </p:nvSpPr>
        <p:spPr/>
        <p:txBody>
          <a:bodyPr/>
          <a:lstStyle/>
          <a:p>
            <a:r>
              <a:rPr lang="en-US" dirty="0"/>
              <a:t>MAF Important Topics</a:t>
            </a:r>
            <a:endParaRPr lang="de-DE" dirty="0"/>
          </a:p>
        </p:txBody>
      </p:sp>
      <p:sp>
        <p:nvSpPr>
          <p:cNvPr id="3" name="Text Placeholder 2">
            <a:extLst>
              <a:ext uri="{FF2B5EF4-FFF2-40B4-BE49-F238E27FC236}">
                <a16:creationId xmlns:a16="http://schemas.microsoft.com/office/drawing/2014/main" id="{28D5A52A-68F0-E7FA-A9E1-FFA390C8A888}"/>
              </a:ext>
            </a:extLst>
          </p:cNvPr>
          <p:cNvSpPr>
            <a:spLocks noGrp="1"/>
          </p:cNvSpPr>
          <p:nvPr>
            <p:ph type="body" sz="quarter" idx="10"/>
          </p:nvPr>
        </p:nvSpPr>
        <p:spPr>
          <a:xfrm>
            <a:off x="586390" y="1434370"/>
            <a:ext cx="11018520" cy="4271939"/>
          </a:xfrm>
        </p:spPr>
        <p:txBody>
          <a:bodyPr/>
          <a:lstStyle/>
          <a:p>
            <a:pPr lvl="0" defTabSz="914400" eaLnBrk="0" fontAlgn="base" hangingPunct="0">
              <a:spcBef>
                <a:spcPct val="0"/>
              </a:spcBef>
              <a:spcAft>
                <a:spcPct val="0"/>
              </a:spcAft>
              <a:buSzTx/>
            </a:pPr>
            <a:endParaRPr lang="en-US" altLang="en-US" sz="2000" dirty="0">
              <a:latin typeface="Arial" panose="020B0604020202020204" pitchFamily="34" charset="0"/>
            </a:endParaRPr>
          </a:p>
          <a:p>
            <a:pPr lvl="0" defTabSz="914400" eaLnBrk="0" fontAlgn="base" hangingPunct="0">
              <a:spcBef>
                <a:spcPct val="0"/>
              </a:spcBef>
              <a:spcAft>
                <a:spcPct val="0"/>
              </a:spcAft>
              <a:buSzTx/>
              <a:buFontTx/>
              <a:buChar char="•"/>
            </a:pPr>
            <a:r>
              <a:rPr lang="en-US" altLang="en-US" dirty="0">
                <a:latin typeface="Arial" panose="020B0604020202020204" pitchFamily="34" charset="0"/>
              </a:rPr>
              <a:t>Single Agent and Service Connectors </a:t>
            </a:r>
          </a:p>
          <a:p>
            <a:pPr lvl="0" defTabSz="914400" eaLnBrk="0" fontAlgn="base" hangingPunct="0">
              <a:spcBef>
                <a:spcPct val="0"/>
              </a:spcBef>
              <a:spcAft>
                <a:spcPct val="0"/>
              </a:spcAft>
              <a:buSzTx/>
              <a:buFontTx/>
              <a:buChar char="•"/>
            </a:pPr>
            <a:r>
              <a:rPr lang="en-US" altLang="en-US" dirty="0">
                <a:latin typeface="Arial" panose="020B0604020202020204" pitchFamily="34" charset="0"/>
              </a:rPr>
              <a:t>Middleware Hooks </a:t>
            </a:r>
          </a:p>
          <a:p>
            <a:pPr lvl="0" defTabSz="914400" eaLnBrk="0" fontAlgn="base" hangingPunct="0">
              <a:spcBef>
                <a:spcPct val="0"/>
              </a:spcBef>
              <a:spcAft>
                <a:spcPct val="0"/>
              </a:spcAft>
              <a:buSzTx/>
              <a:buFontTx/>
              <a:buChar char="•"/>
            </a:pPr>
            <a:r>
              <a:rPr lang="en-US" altLang="en-US" dirty="0">
                <a:latin typeface="Arial" panose="020B0604020202020204" pitchFamily="34" charset="0"/>
              </a:rPr>
              <a:t>Agent Memory and Context Providers </a:t>
            </a:r>
          </a:p>
          <a:p>
            <a:pPr lvl="0" defTabSz="914400" eaLnBrk="0" fontAlgn="base" hangingPunct="0">
              <a:spcBef>
                <a:spcPct val="0"/>
              </a:spcBef>
              <a:spcAft>
                <a:spcPct val="0"/>
              </a:spcAft>
              <a:buSzTx/>
              <a:buFontTx/>
              <a:buChar char="•"/>
            </a:pPr>
            <a:r>
              <a:rPr lang="en-US" altLang="en-US" dirty="0">
                <a:latin typeface="Arial" panose="020B0604020202020204" pitchFamily="34" charset="0"/>
              </a:rPr>
              <a:t>Agent Workflows </a:t>
            </a:r>
          </a:p>
          <a:p>
            <a:pPr lvl="0" defTabSz="914400" eaLnBrk="0" fontAlgn="base" hangingPunct="0">
              <a:spcBef>
                <a:spcPct val="0"/>
              </a:spcBef>
              <a:spcAft>
                <a:spcPct val="0"/>
              </a:spcAft>
              <a:buSzTx/>
              <a:buFontTx/>
              <a:buChar char="•"/>
            </a:pPr>
            <a:r>
              <a:rPr lang="en-US" altLang="en-US" dirty="0">
                <a:latin typeface="Arial" panose="020B0604020202020204" pitchFamily="34" charset="0"/>
              </a:rPr>
              <a:t>Multi-Agent Orchestration </a:t>
            </a:r>
          </a:p>
          <a:p>
            <a:pPr lvl="0" defTabSz="914400" eaLnBrk="0" fontAlgn="base" hangingPunct="0">
              <a:spcBef>
                <a:spcPct val="0"/>
              </a:spcBef>
              <a:spcAft>
                <a:spcPct val="0"/>
              </a:spcAft>
              <a:buSzTx/>
              <a:buFontTx/>
              <a:buChar char="•"/>
            </a:pPr>
            <a:r>
              <a:rPr lang="en-US" altLang="en-US" dirty="0">
                <a:latin typeface="Arial" panose="020B0604020202020204" pitchFamily="34" charset="0"/>
              </a:rPr>
              <a:t>Declarative Agents and Workflows (YAML) </a:t>
            </a:r>
          </a:p>
          <a:p>
            <a:pPr lvl="0" defTabSz="914400" eaLnBrk="0" fontAlgn="base" hangingPunct="0">
              <a:spcBef>
                <a:spcPct val="0"/>
              </a:spcBef>
              <a:spcAft>
                <a:spcPct val="0"/>
              </a:spcAft>
              <a:buSzTx/>
              <a:buFontTx/>
              <a:buChar char="•"/>
            </a:pPr>
            <a:r>
              <a:rPr lang="en-US" altLang="en-US" dirty="0">
                <a:latin typeface="Arial" panose="020B0604020202020204" pitchFamily="34" charset="0"/>
              </a:rPr>
              <a:t>A2A, and MCP </a:t>
            </a:r>
          </a:p>
          <a:p>
            <a:pPr lvl="0" defTabSz="914400" eaLnBrk="0" fontAlgn="base" hangingPunct="0">
              <a:spcBef>
                <a:spcPct val="0"/>
              </a:spcBef>
              <a:spcAft>
                <a:spcPct val="0"/>
              </a:spcAft>
              <a:buSzTx/>
              <a:buFontTx/>
              <a:buChar char="•"/>
            </a:pPr>
            <a:r>
              <a:rPr lang="en-US" altLang="en-US" dirty="0">
                <a:latin typeface="Arial" panose="020B0604020202020204" pitchFamily="34" charset="0"/>
              </a:rPr>
              <a:t>Migration Assistants (Semantic Kernel and </a:t>
            </a:r>
            <a:r>
              <a:rPr lang="en-US" altLang="en-US" dirty="0" err="1">
                <a:latin typeface="Arial" panose="020B0604020202020204" pitchFamily="34" charset="0"/>
              </a:rPr>
              <a:t>AutoGen</a:t>
            </a:r>
            <a:r>
              <a:rPr lang="en-US" altLang="en-US" dirty="0">
                <a:latin typeface="Arial" panose="020B0604020202020204" pitchFamily="34" charset="0"/>
              </a:rPr>
              <a:t>) </a:t>
            </a:r>
          </a:p>
          <a:p>
            <a:endParaRPr lang="de-DE" dirty="0"/>
          </a:p>
        </p:txBody>
      </p:sp>
    </p:spTree>
    <p:extLst>
      <p:ext uri="{BB962C8B-B14F-4D97-AF65-F5344CB8AC3E}">
        <p14:creationId xmlns:p14="http://schemas.microsoft.com/office/powerpoint/2010/main" val="1152487692"/>
      </p:ext>
    </p:extLst>
  </p:cSld>
  <p:clrMapOvr>
    <a:masterClrMapping/>
  </p:clrMapOvr>
  <p:transition>
    <p:fad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AC098E-1768-259C-9BC4-37977C1209F2}"/>
              </a:ext>
            </a:extLst>
          </p:cNvPr>
          <p:cNvSpPr>
            <a:spLocks noGrp="1"/>
          </p:cNvSpPr>
          <p:nvPr>
            <p:ph type="title"/>
          </p:nvPr>
        </p:nvSpPr>
        <p:spPr/>
        <p:txBody>
          <a:bodyPr/>
          <a:lstStyle/>
          <a:p>
            <a:r>
              <a:rPr lang="en-US" dirty="0"/>
              <a:t>MAF Important Topics 1/3</a:t>
            </a:r>
            <a:endParaRPr lang="de-DE" dirty="0"/>
          </a:p>
        </p:txBody>
      </p:sp>
      <p:sp>
        <p:nvSpPr>
          <p:cNvPr id="3" name="Text Placeholder 2">
            <a:extLst>
              <a:ext uri="{FF2B5EF4-FFF2-40B4-BE49-F238E27FC236}">
                <a16:creationId xmlns:a16="http://schemas.microsoft.com/office/drawing/2014/main" id="{5BAFFEEA-CD16-BA0E-A55E-7A2241ADDB77}"/>
              </a:ext>
            </a:extLst>
          </p:cNvPr>
          <p:cNvSpPr>
            <a:spLocks noGrp="1"/>
          </p:cNvSpPr>
          <p:nvPr>
            <p:ph type="body" sz="quarter" idx="10"/>
          </p:nvPr>
        </p:nvSpPr>
        <p:spPr>
          <a:xfrm>
            <a:off x="586390" y="1434370"/>
            <a:ext cx="11018520" cy="5084469"/>
          </a:xfrm>
        </p:spPr>
        <p:txBody>
          <a:bodyPr/>
          <a:lstStyle/>
          <a:p>
            <a:r>
              <a:rPr lang="en-US" sz="2000" b="1" dirty="0"/>
              <a:t>Single Agent and Service Connectors – </a:t>
            </a:r>
            <a:r>
              <a:rPr lang="en-US" sz="2000" dirty="0"/>
              <a:t>The core agent abstraction is stable and production-ready across both .NET and Python. Agent Framework ships with first-party service connectors for Microsoft Foundry, Azure OpenAI, OpenAI, Anthropic Claude, Amazon Bedrock, Google Gemini and </a:t>
            </a:r>
            <a:r>
              <a:rPr lang="en-US" sz="2000" dirty="0" err="1"/>
              <a:t>Ollama</a:t>
            </a:r>
            <a:r>
              <a:rPr lang="en-US" sz="2000" dirty="0"/>
              <a:t>. </a:t>
            </a:r>
            <a:r>
              <a:rPr lang="en-US" sz="2000" u="sng" dirty="0">
                <a:hlinkClick r:id="rId2"/>
              </a:rPr>
              <a:t>[Learn more… ]</a:t>
            </a:r>
            <a:br>
              <a:rPr lang="en-US" sz="2000" u="sng" dirty="0"/>
            </a:br>
            <a:endParaRPr lang="en-US" sz="2000" dirty="0"/>
          </a:p>
          <a:p>
            <a:r>
              <a:rPr lang="en-US" sz="2000" b="1" dirty="0"/>
              <a:t>Middleware Hooks – </a:t>
            </a:r>
            <a:r>
              <a:rPr lang="en-US" sz="2000" dirty="0"/>
              <a:t>The middleware pipeline lets you intercept, transform, and extend agent behavior at every stage of execution: content safety filters, logging, compliance policies, custom logic – all without modifying agent prompts. </a:t>
            </a:r>
            <a:r>
              <a:rPr lang="en-US" sz="2000" u="sng" dirty="0">
                <a:hlinkClick r:id="rId3"/>
              </a:rPr>
              <a:t>[Learn more… ]</a:t>
            </a:r>
            <a:br>
              <a:rPr lang="en-US" sz="2000" u="sng" dirty="0"/>
            </a:br>
            <a:endParaRPr lang="en-US" sz="2000" dirty="0"/>
          </a:p>
          <a:p>
            <a:r>
              <a:rPr lang="en-US" sz="2000" b="1" dirty="0"/>
              <a:t>Agent Memory and Context Providers – </a:t>
            </a:r>
            <a:r>
              <a:rPr lang="en-US" sz="2000" dirty="0"/>
              <a:t>Pluggable memory architecture supporting conversational history, persistent key-value state, and vector-based retrieval. Choose your backend: Memory in Foundry Agent Service, Mem0, Redis, Neo4j or use a custom store. </a:t>
            </a:r>
            <a:r>
              <a:rPr lang="en-US" sz="2000" u="sng" dirty="0">
                <a:hlinkClick r:id="rId4"/>
              </a:rPr>
              <a:t>[Learn more…]</a:t>
            </a:r>
            <a:endParaRPr lang="en-US" sz="2000" dirty="0"/>
          </a:p>
          <a:p>
            <a:endParaRPr lang="en-US" sz="2400" dirty="0"/>
          </a:p>
          <a:p>
            <a:endParaRPr lang="de-DE" sz="2000" dirty="0"/>
          </a:p>
        </p:txBody>
      </p:sp>
    </p:spTree>
    <p:extLst>
      <p:ext uri="{BB962C8B-B14F-4D97-AF65-F5344CB8AC3E}">
        <p14:creationId xmlns:p14="http://schemas.microsoft.com/office/powerpoint/2010/main" val="4142774989"/>
      </p:ext>
    </p:extLst>
  </p:cSld>
  <p:clrMapOvr>
    <a:masterClrMapping/>
  </p:clrMapOvr>
  <p:transition>
    <p:fad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D9DC39-EA60-6027-0B70-2568CE65C367}"/>
              </a:ext>
            </a:extLst>
          </p:cNvPr>
          <p:cNvSpPr>
            <a:spLocks noGrp="1"/>
          </p:cNvSpPr>
          <p:nvPr>
            <p:ph type="title"/>
          </p:nvPr>
        </p:nvSpPr>
        <p:spPr/>
        <p:txBody>
          <a:bodyPr/>
          <a:lstStyle/>
          <a:p>
            <a:r>
              <a:rPr lang="en-US" dirty="0"/>
              <a:t>MAF Important Topics 2/3</a:t>
            </a:r>
            <a:endParaRPr lang="de-DE" dirty="0"/>
          </a:p>
        </p:txBody>
      </p:sp>
      <p:sp>
        <p:nvSpPr>
          <p:cNvPr id="3" name="Text Placeholder 2">
            <a:extLst>
              <a:ext uri="{FF2B5EF4-FFF2-40B4-BE49-F238E27FC236}">
                <a16:creationId xmlns:a16="http://schemas.microsoft.com/office/drawing/2014/main" id="{D005EC23-C0B0-08E3-7A85-E42817D5C965}"/>
              </a:ext>
            </a:extLst>
          </p:cNvPr>
          <p:cNvSpPr>
            <a:spLocks noGrp="1"/>
          </p:cNvSpPr>
          <p:nvPr>
            <p:ph type="body" sz="quarter" idx="10"/>
          </p:nvPr>
        </p:nvSpPr>
        <p:spPr>
          <a:xfrm>
            <a:off x="586390" y="1434370"/>
            <a:ext cx="11018520" cy="4862870"/>
          </a:xfrm>
        </p:spPr>
        <p:txBody>
          <a:bodyPr/>
          <a:lstStyle/>
          <a:p>
            <a:r>
              <a:rPr lang="en-US" sz="2000" b="1" dirty="0"/>
              <a:t>Agent Workflows – </a:t>
            </a:r>
            <a:r>
              <a:rPr lang="en-US" sz="2000" dirty="0"/>
              <a:t>The graph-based workflow engine for composing agents and functions into deterministic, repeatable processes is now stable. Build workflows that combine agent reasoning with business logic, branch on conditions, fan out to parallel steps, and converge results. Checkpointing and hydration ensure long-running processes survive interruptions. </a:t>
            </a:r>
            <a:r>
              <a:rPr lang="en-US" sz="2000" u="sng" dirty="0">
                <a:hlinkClick r:id="rId2"/>
              </a:rPr>
              <a:t>[Learn more… ]</a:t>
            </a:r>
            <a:br>
              <a:rPr lang="en-US" sz="2000" u="sng" dirty="0"/>
            </a:br>
            <a:endParaRPr lang="en-US" sz="2000" dirty="0"/>
          </a:p>
          <a:p>
            <a:r>
              <a:rPr lang="en-US" sz="2000" b="1" dirty="0"/>
              <a:t>Multi-Agent Orchestration – </a:t>
            </a:r>
            <a:r>
              <a:rPr lang="en-US" sz="2000" dirty="0"/>
              <a:t>Stable support for the orchestration patterns that emerged from Microsoft Research and </a:t>
            </a:r>
            <a:r>
              <a:rPr lang="en-US" sz="2000" dirty="0" err="1"/>
              <a:t>AutoGen</a:t>
            </a:r>
            <a:r>
              <a:rPr lang="en-US" sz="2000" dirty="0"/>
              <a:t>: sequential, concurrent, handoff, group chat, and </a:t>
            </a:r>
            <a:r>
              <a:rPr lang="en-US" sz="2000" dirty="0" err="1"/>
              <a:t>Magentic</a:t>
            </a:r>
            <a:r>
              <a:rPr lang="en-US" sz="2000" dirty="0"/>
              <a:t>-One. All patterns support streaming, checkpointing, human-in-the-loop approvals, and pause/resume for long-running workflows. </a:t>
            </a:r>
            <a:r>
              <a:rPr lang="en-US" sz="2000" u="sng" dirty="0">
                <a:hlinkClick r:id="rId3"/>
              </a:rPr>
              <a:t>[Learn more…]</a:t>
            </a:r>
            <a:br>
              <a:rPr lang="en-US" sz="2000" u="sng" dirty="0"/>
            </a:br>
            <a:endParaRPr lang="en-US" sz="2000" dirty="0"/>
          </a:p>
          <a:p>
            <a:r>
              <a:rPr lang="en-US" sz="2000" b="1" dirty="0"/>
              <a:t>Declarative Agents and Workflows (YAML) – </a:t>
            </a:r>
            <a:r>
              <a:rPr lang="en-US" sz="2000" dirty="0"/>
              <a:t>Define agents’ instructions, tools, memory configuration, and orchestration topology in version-controlled YAML files, then load and run them with a single API call.</a:t>
            </a:r>
            <a:r>
              <a:rPr lang="en-US" sz="2000" u="sng" dirty="0">
                <a:hlinkClick r:id="rId4"/>
              </a:rPr>
              <a:t> [Learn more… ]</a:t>
            </a:r>
            <a:endParaRPr lang="en-US" sz="2000" dirty="0"/>
          </a:p>
          <a:p>
            <a:endParaRPr lang="en-US" sz="2000" dirty="0"/>
          </a:p>
          <a:p>
            <a:endParaRPr lang="de-DE" sz="2000" dirty="0"/>
          </a:p>
        </p:txBody>
      </p:sp>
    </p:spTree>
    <p:extLst>
      <p:ext uri="{BB962C8B-B14F-4D97-AF65-F5344CB8AC3E}">
        <p14:creationId xmlns:p14="http://schemas.microsoft.com/office/powerpoint/2010/main" val="1919696487"/>
      </p:ext>
    </p:extLst>
  </p:cSld>
  <p:clrMapOvr>
    <a:masterClrMapping/>
  </p:clrMapOvr>
  <p:transition>
    <p:fad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448086-315E-9197-8A1A-9747A7831C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60D3319-31CC-0E87-F597-29098934E4BC}"/>
              </a:ext>
            </a:extLst>
          </p:cNvPr>
          <p:cNvSpPr>
            <a:spLocks noGrp="1"/>
          </p:cNvSpPr>
          <p:nvPr>
            <p:ph type="title"/>
          </p:nvPr>
        </p:nvSpPr>
        <p:spPr/>
        <p:txBody>
          <a:bodyPr/>
          <a:lstStyle/>
          <a:p>
            <a:r>
              <a:rPr lang="en-US" dirty="0"/>
              <a:t>MAF Important Topics 3/3</a:t>
            </a:r>
            <a:endParaRPr lang="de-DE" dirty="0"/>
          </a:p>
        </p:txBody>
      </p:sp>
      <p:sp>
        <p:nvSpPr>
          <p:cNvPr id="3" name="Text Placeholder 2">
            <a:extLst>
              <a:ext uri="{FF2B5EF4-FFF2-40B4-BE49-F238E27FC236}">
                <a16:creationId xmlns:a16="http://schemas.microsoft.com/office/drawing/2014/main" id="{1C8FFA7C-36D6-9F15-8339-FF9C154CB801}"/>
              </a:ext>
            </a:extLst>
          </p:cNvPr>
          <p:cNvSpPr>
            <a:spLocks noGrp="1"/>
          </p:cNvSpPr>
          <p:nvPr>
            <p:ph type="body" sz="quarter" idx="10"/>
          </p:nvPr>
        </p:nvSpPr>
        <p:spPr>
          <a:xfrm>
            <a:off x="586390" y="1434370"/>
            <a:ext cx="11018520" cy="3508653"/>
          </a:xfrm>
        </p:spPr>
        <p:txBody>
          <a:bodyPr/>
          <a:lstStyle/>
          <a:p>
            <a:r>
              <a:rPr lang="en-US" sz="2000" b="1" dirty="0"/>
              <a:t>A2A, and MCP – MCP (Model Context Protocol)</a:t>
            </a:r>
            <a:r>
              <a:rPr lang="en-US" sz="2000" dirty="0"/>
              <a:t> support lets agents dynamically discover and invoke external tools exposed over MCP-compliant servers. </a:t>
            </a:r>
            <a:r>
              <a:rPr lang="en-US" sz="2000" b="1" dirty="0"/>
              <a:t>A2A (Agent-to-Agent) protocol </a:t>
            </a:r>
            <a:r>
              <a:rPr lang="en-US" sz="2000" dirty="0"/>
              <a:t>(A2A 1.0 support coming soon) support enables cross-runtime agent collaboration – your agents can coordinate with agents running in other frameworks using structured, protocol-driven messaging. </a:t>
            </a:r>
            <a:r>
              <a:rPr lang="en-US" sz="2000" u="sng" dirty="0">
                <a:hlinkClick r:id="rId2"/>
              </a:rPr>
              <a:t>[Learn more…]</a:t>
            </a:r>
            <a:br>
              <a:rPr lang="en-US" sz="2000" u="sng" dirty="0"/>
            </a:br>
            <a:endParaRPr lang="en-US" sz="2000" dirty="0"/>
          </a:p>
          <a:p>
            <a:r>
              <a:rPr lang="en-US" sz="2000" b="1" dirty="0"/>
              <a:t>Migration Assistants (Semantic Kernel and </a:t>
            </a:r>
            <a:r>
              <a:rPr lang="en-US" sz="2000" b="1" dirty="0" err="1"/>
              <a:t>AutoGen</a:t>
            </a:r>
            <a:r>
              <a:rPr lang="en-US" sz="2000" b="1" dirty="0"/>
              <a:t>) – </a:t>
            </a:r>
            <a:r>
              <a:rPr lang="en-US" sz="2000" dirty="0"/>
              <a:t>For teams coming from Semantic Kernel or </a:t>
            </a:r>
            <a:r>
              <a:rPr lang="en-US" sz="2000" dirty="0" err="1"/>
              <a:t>AutoGen</a:t>
            </a:r>
            <a:r>
              <a:rPr lang="en-US" sz="2000" dirty="0"/>
              <a:t>, migration assistants analyze your existing code and generate step-by-step migration plans. The </a:t>
            </a:r>
            <a:r>
              <a:rPr lang="en-US" sz="2000" u="sng" dirty="0">
                <a:hlinkClick r:id="rId3"/>
              </a:rPr>
              <a:t>Semantic Kernel migration guide</a:t>
            </a:r>
            <a:r>
              <a:rPr lang="en-US" sz="2000" dirty="0"/>
              <a:t> and </a:t>
            </a:r>
            <a:r>
              <a:rPr lang="en-US" sz="2000" u="sng" dirty="0" err="1">
                <a:hlinkClick r:id="rId4"/>
              </a:rPr>
              <a:t>AutoGen</a:t>
            </a:r>
            <a:r>
              <a:rPr lang="en-US" sz="2000" u="sng" dirty="0">
                <a:hlinkClick r:id="rId4"/>
              </a:rPr>
              <a:t> migration guide</a:t>
            </a:r>
            <a:r>
              <a:rPr lang="en-US" sz="2000" dirty="0"/>
              <a:t> provide detailed walkthroughs.</a:t>
            </a:r>
          </a:p>
          <a:p>
            <a:endParaRPr lang="en-US" sz="2000" dirty="0"/>
          </a:p>
        </p:txBody>
      </p:sp>
    </p:spTree>
    <p:extLst>
      <p:ext uri="{BB962C8B-B14F-4D97-AF65-F5344CB8AC3E}">
        <p14:creationId xmlns:p14="http://schemas.microsoft.com/office/powerpoint/2010/main" val="2777759380"/>
      </p:ext>
    </p:extLst>
  </p:cSld>
  <p:clrMapOvr>
    <a:masterClrMapping/>
  </p:clrMapOvr>
  <p:transition>
    <p:fad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FD3787-D029-E042-1476-0B4C96EEC48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DEE7C6B3-03F3-7B2D-DBE5-06E0ED456BD1}"/>
              </a:ext>
            </a:extLst>
          </p:cNvPr>
          <p:cNvSpPr>
            <a:spLocks noGrp="1"/>
          </p:cNvSpPr>
          <p:nvPr>
            <p:ph type="title"/>
          </p:nvPr>
        </p:nvSpPr>
        <p:spPr>
          <a:xfrm>
            <a:off x="518104" y="2029867"/>
            <a:ext cx="6400800" cy="553998"/>
          </a:xfrm>
        </p:spPr>
        <p:txBody>
          <a:bodyPr/>
          <a:lstStyle/>
          <a:p>
            <a:r>
              <a:rPr lang="en-US" dirty="0"/>
              <a:t>MAF Demos</a:t>
            </a:r>
            <a:endParaRPr lang="de-DE" dirty="0"/>
          </a:p>
        </p:txBody>
      </p:sp>
      <p:sp>
        <p:nvSpPr>
          <p:cNvPr id="5" name="Text Placeholder 4">
            <a:extLst>
              <a:ext uri="{FF2B5EF4-FFF2-40B4-BE49-F238E27FC236}">
                <a16:creationId xmlns:a16="http://schemas.microsoft.com/office/drawing/2014/main" id="{8064B5A9-BDA3-CA69-73E6-AFC704ED788A}"/>
              </a:ext>
            </a:extLst>
          </p:cNvPr>
          <p:cNvSpPr>
            <a:spLocks noGrp="1"/>
          </p:cNvSpPr>
          <p:nvPr>
            <p:ph type="body" sz="quarter" idx="12"/>
          </p:nvPr>
        </p:nvSpPr>
        <p:spPr>
          <a:xfrm>
            <a:off x="518104" y="3020974"/>
            <a:ext cx="6400800" cy="1969770"/>
          </a:xfrm>
        </p:spPr>
        <p:txBody>
          <a:bodyPr/>
          <a:lstStyle/>
          <a:p>
            <a:pPr marL="285750" indent="-285750">
              <a:buFont typeface="Arial" panose="020B0604020202020204" pitchFamily="34" charset="0"/>
              <a:buChar char="•"/>
            </a:pPr>
            <a:r>
              <a:rPr lang="en-US" sz="2800" dirty="0"/>
              <a:t>Foundry Agents</a:t>
            </a:r>
          </a:p>
          <a:p>
            <a:pPr marL="285750" indent="-285750">
              <a:buFont typeface="Arial" panose="020B0604020202020204" pitchFamily="34" charset="0"/>
              <a:buChar char="•"/>
            </a:pPr>
            <a:r>
              <a:rPr lang="en-US" sz="2800" dirty="0"/>
              <a:t>Hosted Agents</a:t>
            </a:r>
          </a:p>
          <a:p>
            <a:pPr marL="285750" indent="-285750">
              <a:buFont typeface="Arial" panose="020B0604020202020204" pitchFamily="34" charset="0"/>
              <a:buChar char="•"/>
            </a:pPr>
            <a:r>
              <a:rPr lang="en-US" sz="2800" dirty="0"/>
              <a:t>Simple Agent</a:t>
            </a:r>
          </a:p>
          <a:p>
            <a:pPr marL="285750" indent="-285750">
              <a:buFont typeface="Arial" panose="020B0604020202020204" pitchFamily="34" charset="0"/>
              <a:buChar char="•"/>
            </a:pPr>
            <a:r>
              <a:rPr lang="en-US" sz="2800" dirty="0"/>
              <a:t>Session</a:t>
            </a:r>
          </a:p>
          <a:p>
            <a:endParaRPr lang="de-DE" dirty="0"/>
          </a:p>
        </p:txBody>
      </p:sp>
      <p:sp>
        <p:nvSpPr>
          <p:cNvPr id="3" name="TextBox 2">
            <a:extLst>
              <a:ext uri="{FF2B5EF4-FFF2-40B4-BE49-F238E27FC236}">
                <a16:creationId xmlns:a16="http://schemas.microsoft.com/office/drawing/2014/main" id="{FE8F69DC-B7A1-42C5-5CF2-E8F8844BFCCB}"/>
              </a:ext>
            </a:extLst>
          </p:cNvPr>
          <p:cNvSpPr txBox="1"/>
          <p:nvPr/>
        </p:nvSpPr>
        <p:spPr>
          <a:xfrm>
            <a:off x="312574" y="5217246"/>
            <a:ext cx="6811860" cy="1178784"/>
          </a:xfrm>
          <a:prstGeom prst="rect">
            <a:avLst/>
          </a:prstGeom>
          <a:noFill/>
        </p:spPr>
        <p:txBody>
          <a:bodyPr wrap="square">
            <a:spAutoFit/>
          </a:bodyPr>
          <a:lstStyle/>
          <a:p>
            <a:r>
              <a:rPr lang="de-DE" dirty="0" err="1">
                <a:solidFill>
                  <a:schemeClr val="bg1"/>
                </a:solidFill>
              </a:rPr>
              <a:t>src</a:t>
            </a:r>
            <a:r>
              <a:rPr lang="de-DE" dirty="0">
                <a:solidFill>
                  <a:schemeClr val="bg1"/>
                </a:solidFill>
              </a:rPr>
              <a:t>\</a:t>
            </a:r>
            <a:r>
              <a:rPr lang="de-DE" dirty="0" err="1">
                <a:solidFill>
                  <a:schemeClr val="bg1"/>
                </a:solidFill>
              </a:rPr>
              <a:t>Agents</a:t>
            </a:r>
            <a:r>
              <a:rPr lang="de-DE" dirty="0">
                <a:solidFill>
                  <a:schemeClr val="bg1"/>
                </a:solidFill>
              </a:rPr>
              <a:t>\</a:t>
            </a:r>
            <a:r>
              <a:rPr lang="de-DE" dirty="0" err="1">
                <a:solidFill>
                  <a:schemeClr val="bg1"/>
                </a:solidFill>
              </a:rPr>
              <a:t>AgentFrameworkSamples</a:t>
            </a:r>
            <a:br>
              <a:rPr lang="de-DE" dirty="0">
                <a:solidFill>
                  <a:schemeClr val="bg1"/>
                </a:solidFill>
              </a:rPr>
            </a:br>
            <a:r>
              <a:rPr lang="de-DE" dirty="0">
                <a:solidFill>
                  <a:schemeClr val="bg1"/>
                </a:solidFill>
              </a:rPr>
              <a:t>1_HelloAgents</a:t>
            </a:r>
            <a:br>
              <a:rPr lang="de-DE" dirty="0">
                <a:solidFill>
                  <a:schemeClr val="bg1"/>
                </a:solidFill>
              </a:rPr>
            </a:br>
            <a:r>
              <a:rPr lang="de-DE" dirty="0" err="1">
                <a:solidFill>
                  <a:schemeClr val="bg1"/>
                </a:solidFill>
              </a:rPr>
              <a:t>RunAsync</a:t>
            </a:r>
            <a:r>
              <a:rPr lang="de-DE" dirty="0">
                <a:solidFill>
                  <a:schemeClr val="bg1"/>
                </a:solidFill>
              </a:rPr>
              <a:t> {Run </a:t>
            </a:r>
            <a:r>
              <a:rPr lang="de-DE" dirty="0" err="1">
                <a:solidFill>
                  <a:schemeClr val="bg1"/>
                </a:solidFill>
              </a:rPr>
              <a:t>with</a:t>
            </a:r>
            <a:r>
              <a:rPr lang="de-DE" dirty="0">
                <a:solidFill>
                  <a:schemeClr val="bg1"/>
                </a:solidFill>
              </a:rPr>
              <a:t> and </a:t>
            </a:r>
            <a:r>
              <a:rPr lang="de-DE" dirty="0" err="1">
                <a:solidFill>
                  <a:schemeClr val="bg1"/>
                </a:solidFill>
              </a:rPr>
              <a:t>without</a:t>
            </a:r>
            <a:r>
              <a:rPr lang="de-DE" dirty="0">
                <a:solidFill>
                  <a:schemeClr val="bg1"/>
                </a:solidFill>
              </a:rPr>
              <a:t> stream}</a:t>
            </a:r>
            <a:br>
              <a:rPr lang="de-DE" dirty="0">
                <a:solidFill>
                  <a:schemeClr val="bg1"/>
                </a:solidFill>
              </a:rPr>
            </a:br>
            <a:r>
              <a:rPr lang="de-DE" dirty="0" err="1">
                <a:solidFill>
                  <a:schemeClr val="bg1"/>
                </a:solidFill>
              </a:rPr>
              <a:t>RunMultiturnAsync</a:t>
            </a:r>
            <a:endParaRPr lang="de-DE" dirty="0">
              <a:solidFill>
                <a:schemeClr val="bg1"/>
              </a:solidFill>
            </a:endParaRPr>
          </a:p>
        </p:txBody>
      </p:sp>
    </p:spTree>
    <p:extLst>
      <p:ext uri="{BB962C8B-B14F-4D97-AF65-F5344CB8AC3E}">
        <p14:creationId xmlns:p14="http://schemas.microsoft.com/office/powerpoint/2010/main" val="14590909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C2C0A8-2BF4-2B99-8B61-2E506D9F2747}"/>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915B8430-F537-9E77-574C-3A147BE538B9}"/>
              </a:ext>
            </a:extLst>
          </p:cNvPr>
          <p:cNvSpPr>
            <a:spLocks noGrp="1"/>
          </p:cNvSpPr>
          <p:nvPr>
            <p:ph type="title"/>
          </p:nvPr>
        </p:nvSpPr>
        <p:spPr>
          <a:xfrm>
            <a:off x="470738" y="2321004"/>
            <a:ext cx="9570884" cy="1107996"/>
          </a:xfrm>
        </p:spPr>
        <p:txBody>
          <a:bodyPr/>
          <a:lstStyle/>
          <a:p>
            <a:r>
              <a:rPr lang="en-US" sz="4400" dirty="0"/>
              <a:t>AGENTS</a:t>
            </a:r>
            <a:br>
              <a:rPr lang="en-US" sz="4400" dirty="0"/>
            </a:br>
            <a:r>
              <a:rPr lang="en-US" sz="3600" dirty="0"/>
              <a:t>Microsoft Agent Framework</a:t>
            </a:r>
            <a:endParaRPr lang="de-DE" dirty="0"/>
          </a:p>
        </p:txBody>
      </p:sp>
    </p:spTree>
    <p:extLst>
      <p:ext uri="{BB962C8B-B14F-4D97-AF65-F5344CB8AC3E}">
        <p14:creationId xmlns:p14="http://schemas.microsoft.com/office/powerpoint/2010/main" val="41321572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94CC89-DB6D-ECFC-805E-CBF8B6546404}"/>
              </a:ext>
            </a:extLst>
          </p:cNvPr>
          <p:cNvSpPr>
            <a:spLocks noGrp="1"/>
          </p:cNvSpPr>
          <p:nvPr>
            <p:ph type="title"/>
          </p:nvPr>
        </p:nvSpPr>
        <p:spPr/>
        <p:txBody>
          <a:bodyPr/>
          <a:lstStyle/>
          <a:p>
            <a:r>
              <a:rPr lang="en-US" dirty="0"/>
              <a:t>User -&gt; Model Chat </a:t>
            </a:r>
            <a:r>
              <a:rPr lang="en-US" dirty="0" err="1"/>
              <a:t>iteraction</a:t>
            </a:r>
            <a:endParaRPr lang="de-DE" dirty="0"/>
          </a:p>
        </p:txBody>
      </p:sp>
      <p:sp>
        <p:nvSpPr>
          <p:cNvPr id="5" name="Speech Bubble: Rectangle 4">
            <a:extLst>
              <a:ext uri="{FF2B5EF4-FFF2-40B4-BE49-F238E27FC236}">
                <a16:creationId xmlns:a16="http://schemas.microsoft.com/office/drawing/2014/main" id="{D901A2FC-3F4E-719D-C5C2-0F2037B16003}"/>
              </a:ext>
            </a:extLst>
          </p:cNvPr>
          <p:cNvSpPr/>
          <p:nvPr/>
        </p:nvSpPr>
        <p:spPr>
          <a:xfrm>
            <a:off x="3984253" y="2191113"/>
            <a:ext cx="3498903" cy="617049"/>
          </a:xfrm>
          <a:prstGeom prst="wedgeRectCallout">
            <a:avLst>
              <a:gd name="adj1" fmla="val -13746"/>
              <a:gd name="adj2" fmla="val 152499"/>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de-D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de-DE" b="1" dirty="0">
                <a:solidFill>
                  <a:schemeClr val="tx1"/>
                </a:solidFill>
              </a:rPr>
              <a:t>User</a:t>
            </a:r>
            <a:r>
              <a:rPr lang="de-DE" dirty="0">
                <a:solidFill>
                  <a:schemeClr val="tx1"/>
                </a:solidFill>
              </a:rPr>
              <a:t>: </a:t>
            </a:r>
            <a:r>
              <a:rPr lang="de-DE" dirty="0" err="1">
                <a:solidFill>
                  <a:schemeClr val="tx1"/>
                </a:solidFill>
              </a:rPr>
              <a:t>How</a:t>
            </a:r>
            <a:r>
              <a:rPr lang="de-DE" dirty="0">
                <a:solidFill>
                  <a:schemeClr val="tx1"/>
                </a:solidFill>
              </a:rPr>
              <a:t> </a:t>
            </a:r>
            <a:r>
              <a:rPr lang="de-DE" dirty="0" err="1">
                <a:solidFill>
                  <a:schemeClr val="tx1"/>
                </a:solidFill>
              </a:rPr>
              <a:t>are</a:t>
            </a:r>
            <a:r>
              <a:rPr lang="de-DE" dirty="0">
                <a:solidFill>
                  <a:schemeClr val="tx1"/>
                </a:solidFill>
              </a:rPr>
              <a:t> </a:t>
            </a:r>
            <a:r>
              <a:rPr lang="de-DE" dirty="0" err="1">
                <a:solidFill>
                  <a:schemeClr val="tx1"/>
                </a:solidFill>
              </a:rPr>
              <a:t>you</a:t>
            </a:r>
            <a:r>
              <a:rPr lang="de-DE" dirty="0">
                <a:solidFill>
                  <a:schemeClr val="tx1"/>
                </a:solidFill>
              </a:rPr>
              <a:t>?</a:t>
            </a:r>
            <a:endParaRPr lang="en-US" dirty="0">
              <a:solidFill>
                <a:schemeClr val="tx1"/>
              </a:solidFill>
            </a:endParaRPr>
          </a:p>
        </p:txBody>
      </p:sp>
      <p:pic>
        <p:nvPicPr>
          <p:cNvPr id="6" name="Grafik 1">
            <a:extLst>
              <a:ext uri="{FF2B5EF4-FFF2-40B4-BE49-F238E27FC236}">
                <a16:creationId xmlns:a16="http://schemas.microsoft.com/office/drawing/2014/main" id="{D6E56107-CB4A-6EDC-EA91-E6D0D3DDA3A2}"/>
              </a:ext>
            </a:extLst>
          </p:cNvPr>
          <p:cNvPicPr>
            <a:picLocks noChangeAspect="1"/>
          </p:cNvPicPr>
          <p:nvPr/>
        </p:nvPicPr>
        <p:blipFill>
          <a:blip r:embed="rId2"/>
          <a:stretch>
            <a:fillRect/>
          </a:stretch>
        </p:blipFill>
        <p:spPr>
          <a:xfrm flipH="1">
            <a:off x="3043346" y="3193962"/>
            <a:ext cx="1209569" cy="807387"/>
          </a:xfrm>
          <a:prstGeom prst="rect">
            <a:avLst/>
          </a:prstGeom>
        </p:spPr>
      </p:pic>
      <p:cxnSp>
        <p:nvCxnSpPr>
          <p:cNvPr id="7" name="Straight Arrow Connector 6">
            <a:extLst>
              <a:ext uri="{FF2B5EF4-FFF2-40B4-BE49-F238E27FC236}">
                <a16:creationId xmlns:a16="http://schemas.microsoft.com/office/drawing/2014/main" id="{AE5738E5-506C-8A6E-594E-B179DE7BDC17}"/>
              </a:ext>
            </a:extLst>
          </p:cNvPr>
          <p:cNvCxnSpPr>
            <a:cxnSpLocks/>
            <a:stCxn id="9" idx="2"/>
            <a:endCxn id="6" idx="1"/>
          </p:cNvCxnSpPr>
          <p:nvPr/>
        </p:nvCxnSpPr>
        <p:spPr>
          <a:xfrm flipH="1" flipV="1">
            <a:off x="4252915" y="3597656"/>
            <a:ext cx="3480518" cy="7620"/>
          </a:xfrm>
          <a:prstGeom prst="straightConnector1">
            <a:avLst/>
          </a:prstGeom>
          <a:ln w="31750">
            <a:solidFill>
              <a:srgbClr val="000000"/>
            </a:solidFill>
            <a:headEnd type="stealth" w="lg" len="lg"/>
            <a:tailEnd type="none"/>
          </a:ln>
        </p:spPr>
        <p:style>
          <a:lnRef idx="1">
            <a:schemeClr val="accent1"/>
          </a:lnRef>
          <a:fillRef idx="0">
            <a:schemeClr val="accent1"/>
          </a:fillRef>
          <a:effectRef idx="0">
            <a:schemeClr val="accent1"/>
          </a:effectRef>
          <a:fontRef idx="minor">
            <a:schemeClr val="tx1"/>
          </a:fontRef>
        </p:style>
      </p:cxnSp>
      <p:sp>
        <p:nvSpPr>
          <p:cNvPr id="8" name="TextBox 4">
            <a:extLst>
              <a:ext uri="{FF2B5EF4-FFF2-40B4-BE49-F238E27FC236}">
                <a16:creationId xmlns:a16="http://schemas.microsoft.com/office/drawing/2014/main" id="{577EABFC-C2C7-3F7F-1057-E7EFE6AD1512}"/>
              </a:ext>
            </a:extLst>
          </p:cNvPr>
          <p:cNvSpPr txBox="1"/>
          <p:nvPr/>
        </p:nvSpPr>
        <p:spPr>
          <a:xfrm>
            <a:off x="3100613" y="4001349"/>
            <a:ext cx="883640" cy="369332"/>
          </a:xfrm>
          <a:prstGeom prst="rect">
            <a:avLst/>
          </a:prstGeom>
          <a:noFill/>
        </p:spPr>
        <p:txBody>
          <a:bodyPr wrap="none" rtlCol="0">
            <a:spAutoFit/>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de-DE" dirty="0">
                <a:solidFill>
                  <a:srgbClr val="FF0000"/>
                </a:solidFill>
              </a:rPr>
              <a:t>Prompt</a:t>
            </a:r>
            <a:endParaRPr lang="en-US" dirty="0">
              <a:solidFill>
                <a:srgbClr val="FF0000"/>
              </a:solidFill>
            </a:endParaRPr>
          </a:p>
        </p:txBody>
      </p:sp>
      <p:sp>
        <p:nvSpPr>
          <p:cNvPr id="9" name="Oval 8">
            <a:extLst>
              <a:ext uri="{FF2B5EF4-FFF2-40B4-BE49-F238E27FC236}">
                <a16:creationId xmlns:a16="http://schemas.microsoft.com/office/drawing/2014/main" id="{731C0368-C2E3-43CB-8E70-4A151146DF0C}"/>
              </a:ext>
            </a:extLst>
          </p:cNvPr>
          <p:cNvSpPr/>
          <p:nvPr/>
        </p:nvSpPr>
        <p:spPr>
          <a:xfrm>
            <a:off x="7733433" y="3238856"/>
            <a:ext cx="876300" cy="732839"/>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de-D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de-DE" dirty="0"/>
              <a:t>AI</a:t>
            </a:r>
            <a:endParaRPr lang="en-US" dirty="0"/>
          </a:p>
        </p:txBody>
      </p:sp>
      <p:sp>
        <p:nvSpPr>
          <p:cNvPr id="10" name="TextBox 33">
            <a:extLst>
              <a:ext uri="{FF2B5EF4-FFF2-40B4-BE49-F238E27FC236}">
                <a16:creationId xmlns:a16="http://schemas.microsoft.com/office/drawing/2014/main" id="{47591516-B972-DEA9-646F-28EE301EDA6B}"/>
              </a:ext>
            </a:extLst>
          </p:cNvPr>
          <p:cNvSpPr txBox="1"/>
          <p:nvPr/>
        </p:nvSpPr>
        <p:spPr>
          <a:xfrm>
            <a:off x="5462484" y="3235943"/>
            <a:ext cx="577918" cy="369332"/>
          </a:xfrm>
          <a:prstGeom prst="rect">
            <a:avLst/>
          </a:prstGeom>
          <a:noFill/>
        </p:spPr>
        <p:txBody>
          <a:bodyPr wrap="square">
            <a:spAutoFit/>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de-DE" dirty="0">
                <a:solidFill>
                  <a:srgbClr val="FF0000"/>
                </a:solidFill>
              </a:rPr>
              <a:t>(1)</a:t>
            </a:r>
            <a:endParaRPr lang="en-US" dirty="0"/>
          </a:p>
        </p:txBody>
      </p:sp>
      <p:sp>
        <p:nvSpPr>
          <p:cNvPr id="11" name="TextBox 43">
            <a:extLst>
              <a:ext uri="{FF2B5EF4-FFF2-40B4-BE49-F238E27FC236}">
                <a16:creationId xmlns:a16="http://schemas.microsoft.com/office/drawing/2014/main" id="{3CB12F9D-8AD2-70E5-14B7-18A364CACE88}"/>
              </a:ext>
            </a:extLst>
          </p:cNvPr>
          <p:cNvSpPr txBox="1"/>
          <p:nvPr/>
        </p:nvSpPr>
        <p:spPr>
          <a:xfrm>
            <a:off x="5489715" y="3864382"/>
            <a:ext cx="577918" cy="369332"/>
          </a:xfrm>
          <a:prstGeom prst="rect">
            <a:avLst/>
          </a:prstGeom>
          <a:noFill/>
        </p:spPr>
        <p:txBody>
          <a:bodyPr wrap="square">
            <a:spAutoFit/>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de-DE" dirty="0">
                <a:solidFill>
                  <a:srgbClr val="FF0000"/>
                </a:solidFill>
              </a:rPr>
              <a:t>(2)</a:t>
            </a:r>
            <a:endParaRPr lang="en-US" dirty="0"/>
          </a:p>
        </p:txBody>
      </p:sp>
      <p:cxnSp>
        <p:nvCxnSpPr>
          <p:cNvPr id="12" name="Straight Arrow Connector 11">
            <a:extLst>
              <a:ext uri="{FF2B5EF4-FFF2-40B4-BE49-F238E27FC236}">
                <a16:creationId xmlns:a16="http://schemas.microsoft.com/office/drawing/2014/main" id="{2B7A221F-A34B-BA77-6430-B709366BC4E3}"/>
              </a:ext>
            </a:extLst>
          </p:cNvPr>
          <p:cNvCxnSpPr>
            <a:cxnSpLocks/>
          </p:cNvCxnSpPr>
          <p:nvPr/>
        </p:nvCxnSpPr>
        <p:spPr>
          <a:xfrm>
            <a:off x="4135913" y="3841004"/>
            <a:ext cx="3488519" cy="0"/>
          </a:xfrm>
          <a:prstGeom prst="straightConnector1">
            <a:avLst/>
          </a:prstGeom>
          <a:ln w="31750">
            <a:solidFill>
              <a:srgbClr val="000000"/>
            </a:solidFill>
            <a:headEnd type="stealth" w="lg" len="lg"/>
            <a:tailEnd type="none"/>
          </a:ln>
        </p:spPr>
        <p:style>
          <a:lnRef idx="1">
            <a:schemeClr val="accent1"/>
          </a:lnRef>
          <a:fillRef idx="0">
            <a:schemeClr val="accent1"/>
          </a:fillRef>
          <a:effectRef idx="0">
            <a:schemeClr val="accent1"/>
          </a:effectRef>
          <a:fontRef idx="minor">
            <a:schemeClr val="tx1"/>
          </a:fontRef>
        </p:style>
      </p:cxnSp>
      <p:sp>
        <p:nvSpPr>
          <p:cNvPr id="13" name="Speech Bubble: Rectangle 12">
            <a:extLst>
              <a:ext uri="{FF2B5EF4-FFF2-40B4-BE49-F238E27FC236}">
                <a16:creationId xmlns:a16="http://schemas.microsoft.com/office/drawing/2014/main" id="{EE758D2C-7481-7024-32E6-109E677D7B95}"/>
              </a:ext>
            </a:extLst>
          </p:cNvPr>
          <p:cNvSpPr/>
          <p:nvPr/>
        </p:nvSpPr>
        <p:spPr>
          <a:xfrm>
            <a:off x="3984253" y="4970019"/>
            <a:ext cx="4748933" cy="945110"/>
          </a:xfrm>
          <a:prstGeom prst="wedgeRectCallout">
            <a:avLst>
              <a:gd name="adj1" fmla="val -24979"/>
              <a:gd name="adj2" fmla="val -117022"/>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de-D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de-DE" b="1" dirty="0">
                <a:solidFill>
                  <a:schemeClr val="tx1"/>
                </a:solidFill>
              </a:rPr>
              <a:t>Assistent</a:t>
            </a:r>
            <a:r>
              <a:rPr lang="de-DE" dirty="0">
                <a:solidFill>
                  <a:schemeClr val="tx1"/>
                </a:solidFill>
              </a:rPr>
              <a:t>: </a:t>
            </a:r>
            <a:r>
              <a:rPr lang="de-DE" dirty="0" err="1">
                <a:solidFill>
                  <a:schemeClr val="tx1"/>
                </a:solidFill>
              </a:rPr>
              <a:t>I‘m</a:t>
            </a:r>
            <a:r>
              <a:rPr lang="de-DE" dirty="0">
                <a:solidFill>
                  <a:schemeClr val="tx1"/>
                </a:solidFill>
              </a:rPr>
              <a:t> </a:t>
            </a:r>
            <a:r>
              <a:rPr lang="de-DE" dirty="0" err="1">
                <a:solidFill>
                  <a:schemeClr val="tx1"/>
                </a:solidFill>
              </a:rPr>
              <a:t>fine</a:t>
            </a:r>
            <a:r>
              <a:rPr lang="de-DE" dirty="0">
                <a:solidFill>
                  <a:schemeClr val="tx1"/>
                </a:solidFill>
              </a:rPr>
              <a:t>, </a:t>
            </a:r>
            <a:r>
              <a:rPr lang="de-DE" dirty="0" err="1">
                <a:solidFill>
                  <a:schemeClr val="tx1"/>
                </a:solidFill>
              </a:rPr>
              <a:t>how</a:t>
            </a:r>
            <a:r>
              <a:rPr lang="de-DE" dirty="0">
                <a:solidFill>
                  <a:schemeClr val="tx1"/>
                </a:solidFill>
              </a:rPr>
              <a:t> </a:t>
            </a:r>
            <a:r>
              <a:rPr lang="de-DE" dirty="0" err="1">
                <a:solidFill>
                  <a:schemeClr val="tx1"/>
                </a:solidFill>
              </a:rPr>
              <a:t>can</a:t>
            </a:r>
            <a:r>
              <a:rPr lang="de-DE" dirty="0">
                <a:solidFill>
                  <a:schemeClr val="tx1"/>
                </a:solidFill>
              </a:rPr>
              <a:t> I </a:t>
            </a:r>
            <a:r>
              <a:rPr lang="de-DE" dirty="0" err="1">
                <a:solidFill>
                  <a:schemeClr val="tx1"/>
                </a:solidFill>
              </a:rPr>
              <a:t>help</a:t>
            </a:r>
            <a:r>
              <a:rPr lang="de-DE" dirty="0">
                <a:solidFill>
                  <a:schemeClr val="tx1"/>
                </a:solidFill>
              </a:rPr>
              <a:t> </a:t>
            </a:r>
            <a:r>
              <a:rPr lang="de-DE" dirty="0" err="1">
                <a:solidFill>
                  <a:schemeClr val="tx1"/>
                </a:solidFill>
              </a:rPr>
              <a:t>you</a:t>
            </a:r>
            <a:endParaRPr lang="en-US" dirty="0">
              <a:solidFill>
                <a:schemeClr val="tx1"/>
              </a:solidFill>
            </a:endParaRPr>
          </a:p>
        </p:txBody>
      </p:sp>
      <p:pic>
        <p:nvPicPr>
          <p:cNvPr id="14" name="Graphic 9" descr="Envelope outline">
            <a:extLst>
              <a:ext uri="{FF2B5EF4-FFF2-40B4-BE49-F238E27FC236}">
                <a16:creationId xmlns:a16="http://schemas.microsoft.com/office/drawing/2014/main" id="{2C42D06A-5B9C-C039-E6D5-CFE07ACC4E1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869161" y="5009745"/>
            <a:ext cx="914400" cy="914400"/>
          </a:xfrm>
          <a:prstGeom prst="rect">
            <a:avLst/>
          </a:prstGeom>
        </p:spPr>
      </p:pic>
      <p:pic>
        <p:nvPicPr>
          <p:cNvPr id="15" name="Graphic 10" descr="Envelope outline">
            <a:extLst>
              <a:ext uri="{FF2B5EF4-FFF2-40B4-BE49-F238E27FC236}">
                <a16:creationId xmlns:a16="http://schemas.microsoft.com/office/drawing/2014/main" id="{01786A5B-B19F-B1C7-EACC-5CC251A1663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358719" y="2045089"/>
            <a:ext cx="914400" cy="914400"/>
          </a:xfrm>
          <a:prstGeom prst="rect">
            <a:avLst/>
          </a:prstGeom>
        </p:spPr>
      </p:pic>
    </p:spTree>
    <p:extLst>
      <p:ext uri="{BB962C8B-B14F-4D97-AF65-F5344CB8AC3E}">
        <p14:creationId xmlns:p14="http://schemas.microsoft.com/office/powerpoint/2010/main" val="3468772801"/>
      </p:ext>
    </p:extLst>
  </p:cSld>
  <p:clrMapOvr>
    <a:masterClrMapping/>
  </p:clrMapOvr>
  <p:transition>
    <p:fade/>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82C926-FA2A-41C3-C0BB-6C63A847F629}"/>
              </a:ext>
            </a:extLst>
          </p:cNvPr>
          <p:cNvSpPr>
            <a:spLocks noGrp="1"/>
          </p:cNvSpPr>
          <p:nvPr>
            <p:ph type="title"/>
          </p:nvPr>
        </p:nvSpPr>
        <p:spPr/>
        <p:txBody>
          <a:bodyPr/>
          <a:lstStyle/>
          <a:p>
            <a:r>
              <a:rPr lang="en-US" dirty="0"/>
              <a:t>Function Calling Specification</a:t>
            </a:r>
            <a:endParaRPr lang="de-DE" dirty="0"/>
          </a:p>
        </p:txBody>
      </p:sp>
      <p:sp>
        <p:nvSpPr>
          <p:cNvPr id="3" name="Text Placeholder 2">
            <a:extLst>
              <a:ext uri="{FF2B5EF4-FFF2-40B4-BE49-F238E27FC236}">
                <a16:creationId xmlns:a16="http://schemas.microsoft.com/office/drawing/2014/main" id="{97D7DAF1-CE00-6815-337C-EA63CB6C9711}"/>
              </a:ext>
            </a:extLst>
          </p:cNvPr>
          <p:cNvSpPr>
            <a:spLocks noGrp="1"/>
          </p:cNvSpPr>
          <p:nvPr>
            <p:ph type="body" sz="quarter" idx="10"/>
          </p:nvPr>
        </p:nvSpPr>
        <p:spPr>
          <a:xfrm>
            <a:off x="586390" y="1434370"/>
            <a:ext cx="11018520" cy="5503045"/>
          </a:xfrm>
        </p:spPr>
        <p:txBody>
          <a:bodyPr/>
          <a:lstStyle/>
          <a:p>
            <a:r>
              <a:rPr lang="en-US" sz="1200" dirty="0">
                <a:latin typeface="Consolas" panose="020B0609020204030204" pitchFamily="49" charset="0"/>
              </a:rPr>
              <a:t>{</a:t>
            </a:r>
          </a:p>
          <a:p>
            <a:r>
              <a:rPr lang="en-US" sz="1200" dirty="0">
                <a:latin typeface="Consolas" panose="020B0609020204030204" pitchFamily="49" charset="0"/>
              </a:rPr>
              <a:t>    "type": "function",</a:t>
            </a:r>
          </a:p>
          <a:p>
            <a:r>
              <a:rPr lang="en-US" sz="1200" dirty="0">
                <a:latin typeface="Consolas" panose="020B0609020204030204" pitchFamily="49" charset="0"/>
              </a:rPr>
              <a:t>    "function": {</a:t>
            </a:r>
          </a:p>
          <a:p>
            <a:r>
              <a:rPr lang="en-US" sz="1200" dirty="0">
                <a:latin typeface="Consolas" panose="020B0609020204030204" pitchFamily="49" charset="0"/>
              </a:rPr>
              <a:t>        "name": "</a:t>
            </a:r>
            <a:r>
              <a:rPr lang="en-US" sz="1200" b="1" dirty="0" err="1">
                <a:solidFill>
                  <a:srgbClr val="0070C0"/>
                </a:solidFill>
                <a:latin typeface="Consolas" panose="020B0609020204030204" pitchFamily="49" charset="0"/>
              </a:rPr>
              <a:t>get_weather</a:t>
            </a:r>
            <a:r>
              <a:rPr lang="en-US" sz="1200" dirty="0">
                <a:latin typeface="Consolas" panose="020B0609020204030204" pitchFamily="49" charset="0"/>
              </a:rPr>
              <a:t>",</a:t>
            </a:r>
          </a:p>
          <a:p>
            <a:r>
              <a:rPr lang="en-US" sz="1200" dirty="0">
                <a:latin typeface="Consolas" panose="020B0609020204030204" pitchFamily="49" charset="0"/>
              </a:rPr>
              <a:t>        "description": "Retrieves current weather for the given location.",</a:t>
            </a:r>
          </a:p>
          <a:p>
            <a:r>
              <a:rPr lang="en-US" sz="1200" dirty="0">
                <a:latin typeface="Consolas" panose="020B0609020204030204" pitchFamily="49" charset="0"/>
              </a:rPr>
              <a:t>        "strict": true,</a:t>
            </a:r>
          </a:p>
          <a:p>
            <a:r>
              <a:rPr lang="en-US" sz="1200" dirty="0">
                <a:latin typeface="Consolas" panose="020B0609020204030204" pitchFamily="49" charset="0"/>
              </a:rPr>
              <a:t>        "parameters": {</a:t>
            </a:r>
          </a:p>
          <a:p>
            <a:r>
              <a:rPr lang="en-US" sz="1200" dirty="0">
                <a:latin typeface="Consolas" panose="020B0609020204030204" pitchFamily="49" charset="0"/>
              </a:rPr>
              <a:t>            "type": "object",</a:t>
            </a:r>
          </a:p>
          <a:p>
            <a:r>
              <a:rPr lang="en-US" sz="1200" dirty="0">
                <a:latin typeface="Consolas" panose="020B0609020204030204" pitchFamily="49" charset="0"/>
              </a:rPr>
              <a:t>            "properties": {</a:t>
            </a:r>
          </a:p>
          <a:p>
            <a:r>
              <a:rPr lang="en-US" sz="1200" dirty="0">
                <a:latin typeface="Consolas" panose="020B0609020204030204" pitchFamily="49" charset="0"/>
              </a:rPr>
              <a:t>                "location": {</a:t>
            </a:r>
          </a:p>
          <a:p>
            <a:r>
              <a:rPr lang="en-US" sz="1200" dirty="0">
                <a:latin typeface="Consolas" panose="020B0609020204030204" pitchFamily="49" charset="0"/>
              </a:rPr>
              <a:t>                    "type": "string",</a:t>
            </a:r>
          </a:p>
          <a:p>
            <a:r>
              <a:rPr lang="en-US" sz="1200" dirty="0">
                <a:latin typeface="Consolas" panose="020B0609020204030204" pitchFamily="49" charset="0"/>
              </a:rPr>
              <a:t>                    "description": "City and country e.g. Bogotá, Colombia"</a:t>
            </a:r>
          </a:p>
          <a:p>
            <a:r>
              <a:rPr lang="en-US" sz="1200" dirty="0">
                <a:latin typeface="Consolas" panose="020B0609020204030204" pitchFamily="49" charset="0"/>
              </a:rPr>
              <a:t>                },</a:t>
            </a:r>
          </a:p>
          <a:p>
            <a:r>
              <a:rPr lang="en-US" sz="1200" dirty="0">
                <a:latin typeface="Consolas" panose="020B0609020204030204" pitchFamily="49" charset="0"/>
              </a:rPr>
              <a:t>                "units": {</a:t>
            </a:r>
          </a:p>
          <a:p>
            <a:r>
              <a:rPr lang="en-US" sz="1200" dirty="0">
                <a:latin typeface="Consolas" panose="020B0609020204030204" pitchFamily="49" charset="0"/>
              </a:rPr>
              <a:t>                    "type": ["string", "null"],</a:t>
            </a:r>
          </a:p>
          <a:p>
            <a:r>
              <a:rPr lang="en-US" sz="1200" dirty="0">
                <a:latin typeface="Consolas" panose="020B0609020204030204" pitchFamily="49" charset="0"/>
              </a:rPr>
              <a:t>                    "</a:t>
            </a:r>
            <a:r>
              <a:rPr lang="en-US" sz="1200" dirty="0" err="1">
                <a:latin typeface="Consolas" panose="020B0609020204030204" pitchFamily="49" charset="0"/>
              </a:rPr>
              <a:t>enum</a:t>
            </a:r>
            <a:r>
              <a:rPr lang="en-US" sz="1200" dirty="0">
                <a:latin typeface="Consolas" panose="020B0609020204030204" pitchFamily="49" charset="0"/>
              </a:rPr>
              <a:t>": ["</a:t>
            </a:r>
            <a:r>
              <a:rPr lang="en-US" sz="1200" dirty="0" err="1">
                <a:latin typeface="Consolas" panose="020B0609020204030204" pitchFamily="49" charset="0"/>
              </a:rPr>
              <a:t>celsius</a:t>
            </a:r>
            <a:r>
              <a:rPr lang="en-US" sz="1200" dirty="0">
                <a:latin typeface="Consolas" panose="020B0609020204030204" pitchFamily="49" charset="0"/>
              </a:rPr>
              <a:t>", "</a:t>
            </a:r>
            <a:r>
              <a:rPr lang="en-US" sz="1200" dirty="0" err="1">
                <a:latin typeface="Consolas" panose="020B0609020204030204" pitchFamily="49" charset="0"/>
              </a:rPr>
              <a:t>fahrenheit</a:t>
            </a:r>
            <a:r>
              <a:rPr lang="en-US" sz="1200" dirty="0">
                <a:latin typeface="Consolas" panose="020B0609020204030204" pitchFamily="49" charset="0"/>
              </a:rPr>
              <a:t>"],</a:t>
            </a:r>
          </a:p>
          <a:p>
            <a:r>
              <a:rPr lang="en-US" sz="1200" dirty="0">
                <a:latin typeface="Consolas" panose="020B0609020204030204" pitchFamily="49" charset="0"/>
              </a:rPr>
              <a:t>                    "description": "Units the temperature will be returned in."</a:t>
            </a:r>
          </a:p>
          <a:p>
            <a:r>
              <a:rPr lang="en-US" sz="1200" dirty="0">
                <a:latin typeface="Consolas" panose="020B0609020204030204" pitchFamily="49" charset="0"/>
              </a:rPr>
              <a:t>                }</a:t>
            </a:r>
          </a:p>
          <a:p>
            <a:r>
              <a:rPr lang="en-US" sz="1200" dirty="0">
                <a:latin typeface="Consolas" panose="020B0609020204030204" pitchFamily="49" charset="0"/>
              </a:rPr>
              <a:t>            },</a:t>
            </a:r>
          </a:p>
          <a:p>
            <a:r>
              <a:rPr lang="en-US" sz="1200" dirty="0">
                <a:latin typeface="Consolas" panose="020B0609020204030204" pitchFamily="49" charset="0"/>
              </a:rPr>
              <a:t>            "required": ["location", "units"],</a:t>
            </a:r>
          </a:p>
          <a:p>
            <a:r>
              <a:rPr lang="en-US" sz="1200" dirty="0">
                <a:latin typeface="Consolas" panose="020B0609020204030204" pitchFamily="49" charset="0"/>
              </a:rPr>
              <a:t>            "</a:t>
            </a:r>
            <a:r>
              <a:rPr lang="en-US" sz="1200" dirty="0" err="1">
                <a:latin typeface="Consolas" panose="020B0609020204030204" pitchFamily="49" charset="0"/>
              </a:rPr>
              <a:t>additionalProperties</a:t>
            </a:r>
            <a:r>
              <a:rPr lang="en-US" sz="1200" dirty="0">
                <a:latin typeface="Consolas" panose="020B0609020204030204" pitchFamily="49" charset="0"/>
              </a:rPr>
              <a:t>": false</a:t>
            </a:r>
          </a:p>
          <a:p>
            <a:r>
              <a:rPr lang="en-US" sz="1200" dirty="0">
                <a:latin typeface="Consolas" panose="020B0609020204030204" pitchFamily="49" charset="0"/>
              </a:rPr>
              <a:t>        }</a:t>
            </a:r>
          </a:p>
          <a:p>
            <a:r>
              <a:rPr lang="en-US" sz="1200" dirty="0">
                <a:latin typeface="Consolas" panose="020B0609020204030204" pitchFamily="49" charset="0"/>
              </a:rPr>
              <a:t>    }</a:t>
            </a:r>
          </a:p>
          <a:p>
            <a:r>
              <a:rPr lang="en-US" sz="1200" dirty="0">
                <a:latin typeface="Consolas" panose="020B0609020204030204" pitchFamily="49" charset="0"/>
              </a:rPr>
              <a:t>}</a:t>
            </a:r>
          </a:p>
          <a:p>
            <a:endParaRPr lang="de-DE" sz="1200" dirty="0"/>
          </a:p>
        </p:txBody>
      </p:sp>
    </p:spTree>
    <p:extLst>
      <p:ext uri="{BB962C8B-B14F-4D97-AF65-F5344CB8AC3E}">
        <p14:creationId xmlns:p14="http://schemas.microsoft.com/office/powerpoint/2010/main" val="3672874130"/>
      </p:ext>
    </p:extLst>
  </p:cSld>
  <p:clrMapOvr>
    <a:masterClrMapping/>
  </p:clrMapOvr>
  <p:transition>
    <p:fade/>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E10759-A281-377A-70EA-B7F93122860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864AC73-789C-3124-D18B-AB89A036EA37}"/>
              </a:ext>
            </a:extLst>
          </p:cNvPr>
          <p:cNvSpPr>
            <a:spLocks noGrp="1"/>
          </p:cNvSpPr>
          <p:nvPr>
            <p:ph type="title"/>
          </p:nvPr>
        </p:nvSpPr>
        <p:spPr/>
        <p:txBody>
          <a:bodyPr/>
          <a:lstStyle/>
          <a:p>
            <a:r>
              <a:rPr lang="en-US" dirty="0"/>
              <a:t>Function Calling</a:t>
            </a:r>
            <a:endParaRPr lang="de-DE" dirty="0"/>
          </a:p>
        </p:txBody>
      </p:sp>
      <p:sp>
        <p:nvSpPr>
          <p:cNvPr id="50" name="Text Placeholder 49">
            <a:extLst>
              <a:ext uri="{FF2B5EF4-FFF2-40B4-BE49-F238E27FC236}">
                <a16:creationId xmlns:a16="http://schemas.microsoft.com/office/drawing/2014/main" id="{3F712260-5DB8-84B9-B398-88055DD038D4}"/>
              </a:ext>
            </a:extLst>
          </p:cNvPr>
          <p:cNvSpPr>
            <a:spLocks noGrp="1"/>
          </p:cNvSpPr>
          <p:nvPr>
            <p:ph type="body" sz="quarter" idx="10"/>
          </p:nvPr>
        </p:nvSpPr>
        <p:spPr/>
        <p:txBody>
          <a:bodyPr/>
          <a:lstStyle/>
          <a:p>
            <a:endParaRPr lang="de-DE"/>
          </a:p>
        </p:txBody>
      </p:sp>
      <p:pic>
        <p:nvPicPr>
          <p:cNvPr id="33" name="Grafik 1">
            <a:extLst>
              <a:ext uri="{FF2B5EF4-FFF2-40B4-BE49-F238E27FC236}">
                <a16:creationId xmlns:a16="http://schemas.microsoft.com/office/drawing/2014/main" id="{A62ECF53-0ECC-F82E-8E52-4D45024D1DF9}"/>
              </a:ext>
            </a:extLst>
          </p:cNvPr>
          <p:cNvPicPr>
            <a:picLocks noChangeAspect="1"/>
          </p:cNvPicPr>
          <p:nvPr/>
        </p:nvPicPr>
        <p:blipFill>
          <a:blip r:embed="rId2"/>
          <a:stretch>
            <a:fillRect/>
          </a:stretch>
        </p:blipFill>
        <p:spPr>
          <a:xfrm flipH="1">
            <a:off x="529613" y="3765932"/>
            <a:ext cx="1209569" cy="807387"/>
          </a:xfrm>
          <a:prstGeom prst="rect">
            <a:avLst/>
          </a:prstGeom>
        </p:spPr>
      </p:pic>
      <p:cxnSp>
        <p:nvCxnSpPr>
          <p:cNvPr id="34" name="Straight Arrow Connector 33">
            <a:extLst>
              <a:ext uri="{FF2B5EF4-FFF2-40B4-BE49-F238E27FC236}">
                <a16:creationId xmlns:a16="http://schemas.microsoft.com/office/drawing/2014/main" id="{6F75FCA1-D11C-4128-A3A2-25666E7BF148}"/>
              </a:ext>
            </a:extLst>
          </p:cNvPr>
          <p:cNvCxnSpPr>
            <a:cxnSpLocks/>
            <a:stCxn id="38" idx="2"/>
          </p:cNvCxnSpPr>
          <p:nvPr/>
        </p:nvCxnSpPr>
        <p:spPr>
          <a:xfrm flipH="1">
            <a:off x="1861930" y="4177246"/>
            <a:ext cx="3357770" cy="0"/>
          </a:xfrm>
          <a:prstGeom prst="straightConnector1">
            <a:avLst/>
          </a:prstGeom>
          <a:ln w="31750">
            <a:solidFill>
              <a:srgbClr val="000000"/>
            </a:solidFill>
            <a:headEnd type="stealth" w="lg" len="lg"/>
            <a:tailEnd type="none"/>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5C1AE6B7-0694-AF58-DAE6-B7AB4009884C}"/>
              </a:ext>
            </a:extLst>
          </p:cNvPr>
          <p:cNvSpPr txBox="1"/>
          <p:nvPr/>
        </p:nvSpPr>
        <p:spPr>
          <a:xfrm>
            <a:off x="586880" y="4573319"/>
            <a:ext cx="883640" cy="369332"/>
          </a:xfrm>
          <a:prstGeom prst="rect">
            <a:avLst/>
          </a:prstGeom>
          <a:noFill/>
        </p:spPr>
        <p:txBody>
          <a:bodyPr wrap="none" rtlCol="0">
            <a:spAutoFit/>
          </a:bodyPr>
          <a:lstStyle/>
          <a:p>
            <a:r>
              <a:rPr lang="de-DE" dirty="0">
                <a:solidFill>
                  <a:srgbClr val="FF0000"/>
                </a:solidFill>
              </a:rPr>
              <a:t>Prompt</a:t>
            </a:r>
            <a:endParaRPr lang="en-US" dirty="0">
              <a:solidFill>
                <a:srgbClr val="FF0000"/>
              </a:solidFill>
            </a:endParaRPr>
          </a:p>
        </p:txBody>
      </p:sp>
      <p:sp>
        <p:nvSpPr>
          <p:cNvPr id="36" name="Rectangle 35">
            <a:extLst>
              <a:ext uri="{FF2B5EF4-FFF2-40B4-BE49-F238E27FC236}">
                <a16:creationId xmlns:a16="http://schemas.microsoft.com/office/drawing/2014/main" id="{8F9FC80E-4D56-D389-143D-A59CB31E7F3F}"/>
              </a:ext>
            </a:extLst>
          </p:cNvPr>
          <p:cNvSpPr/>
          <p:nvPr/>
        </p:nvSpPr>
        <p:spPr>
          <a:xfrm>
            <a:off x="7868877" y="2311842"/>
            <a:ext cx="3169015" cy="104062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u="sng" dirty="0" err="1"/>
              <a:t>LichtPlugin</a:t>
            </a:r>
            <a:endParaRPr lang="de-DE" u="sng" dirty="0"/>
          </a:p>
          <a:p>
            <a:pPr algn="ctr"/>
            <a:r>
              <a:rPr lang="de-DE" dirty="0" err="1"/>
              <a:t>SwitchLightOn</a:t>
            </a:r>
            <a:r>
              <a:rPr lang="de-DE" dirty="0"/>
              <a:t>(</a:t>
            </a:r>
            <a:r>
              <a:rPr lang="de-DE" dirty="0" err="1"/>
              <a:t>color</a:t>
            </a:r>
            <a:r>
              <a:rPr lang="de-DE" dirty="0"/>
              <a:t>)</a:t>
            </a:r>
          </a:p>
          <a:p>
            <a:pPr algn="ctr"/>
            <a:r>
              <a:rPr lang="de-DE" dirty="0" err="1"/>
              <a:t>SwitychLightOff</a:t>
            </a:r>
            <a:endParaRPr lang="en-US" dirty="0"/>
          </a:p>
        </p:txBody>
      </p:sp>
      <p:sp>
        <p:nvSpPr>
          <p:cNvPr id="37" name="Rectangle 36">
            <a:extLst>
              <a:ext uri="{FF2B5EF4-FFF2-40B4-BE49-F238E27FC236}">
                <a16:creationId xmlns:a16="http://schemas.microsoft.com/office/drawing/2014/main" id="{098679B4-B299-88EA-19A2-4C2BC476505E}"/>
              </a:ext>
            </a:extLst>
          </p:cNvPr>
          <p:cNvSpPr/>
          <p:nvPr/>
        </p:nvSpPr>
        <p:spPr>
          <a:xfrm>
            <a:off x="7843175" y="3672957"/>
            <a:ext cx="3169014" cy="104062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u="sng" dirty="0" err="1"/>
              <a:t>WeatherPlugin</a:t>
            </a:r>
            <a:endParaRPr lang="de-DE" u="sng" dirty="0"/>
          </a:p>
          <a:p>
            <a:pPr algn="ctr"/>
            <a:r>
              <a:rPr lang="de-DE" dirty="0" err="1"/>
              <a:t>ShowInfo</a:t>
            </a:r>
            <a:r>
              <a:rPr lang="de-DE" dirty="0"/>
              <a:t>(Location)</a:t>
            </a:r>
            <a:endParaRPr lang="en-US" dirty="0"/>
          </a:p>
        </p:txBody>
      </p:sp>
      <p:sp>
        <p:nvSpPr>
          <p:cNvPr id="38" name="Oval 37">
            <a:extLst>
              <a:ext uri="{FF2B5EF4-FFF2-40B4-BE49-F238E27FC236}">
                <a16:creationId xmlns:a16="http://schemas.microsoft.com/office/drawing/2014/main" id="{E31747FA-605E-C7C3-B00D-D8779A86D31A}"/>
              </a:ext>
            </a:extLst>
          </p:cNvPr>
          <p:cNvSpPr/>
          <p:nvPr/>
        </p:nvSpPr>
        <p:spPr>
          <a:xfrm>
            <a:off x="5219700" y="3810826"/>
            <a:ext cx="876300" cy="732839"/>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dirty="0"/>
              <a:t>AI</a:t>
            </a:r>
            <a:endParaRPr lang="en-US" dirty="0"/>
          </a:p>
        </p:txBody>
      </p:sp>
      <p:cxnSp>
        <p:nvCxnSpPr>
          <p:cNvPr id="39" name="Straight Arrow Connector 38">
            <a:extLst>
              <a:ext uri="{FF2B5EF4-FFF2-40B4-BE49-F238E27FC236}">
                <a16:creationId xmlns:a16="http://schemas.microsoft.com/office/drawing/2014/main" id="{4A9A49F2-2665-C1B4-C0B6-E4D1A04EB99C}"/>
              </a:ext>
            </a:extLst>
          </p:cNvPr>
          <p:cNvCxnSpPr>
            <a:cxnSpLocks/>
            <a:stCxn id="36" idx="1"/>
            <a:endCxn id="38" idx="7"/>
          </p:cNvCxnSpPr>
          <p:nvPr/>
        </p:nvCxnSpPr>
        <p:spPr>
          <a:xfrm flipH="1">
            <a:off x="5967669" y="2832156"/>
            <a:ext cx="1901208" cy="1085992"/>
          </a:xfrm>
          <a:prstGeom prst="straightConnector1">
            <a:avLst/>
          </a:prstGeom>
          <a:ln w="31750">
            <a:solidFill>
              <a:srgbClr val="000000"/>
            </a:solidFill>
            <a:prstDash val="dash"/>
            <a:headEnd type="stealth" w="lg" len="lg"/>
            <a:tailEnd type="non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5B3989DD-75B9-36B2-3E1E-CC638A844087}"/>
              </a:ext>
            </a:extLst>
          </p:cNvPr>
          <p:cNvCxnSpPr>
            <a:cxnSpLocks/>
            <a:stCxn id="37" idx="1"/>
            <a:endCxn id="38" idx="6"/>
          </p:cNvCxnSpPr>
          <p:nvPr/>
        </p:nvCxnSpPr>
        <p:spPr>
          <a:xfrm flipH="1" flipV="1">
            <a:off x="6096000" y="4177246"/>
            <a:ext cx="1747175" cy="16025"/>
          </a:xfrm>
          <a:prstGeom prst="straightConnector1">
            <a:avLst/>
          </a:prstGeom>
          <a:ln w="31750">
            <a:solidFill>
              <a:srgbClr val="000000"/>
            </a:solidFill>
            <a:prstDash val="dash"/>
            <a:headEnd type="stealth" w="lg" len="lg"/>
            <a:tailEnd type="non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894B34CA-3B4D-A50D-C7E9-3F354A251450}"/>
              </a:ext>
            </a:extLst>
          </p:cNvPr>
          <p:cNvCxnSpPr>
            <a:cxnSpLocks/>
            <a:endCxn id="38" idx="5"/>
          </p:cNvCxnSpPr>
          <p:nvPr/>
        </p:nvCxnSpPr>
        <p:spPr>
          <a:xfrm flipH="1" flipV="1">
            <a:off x="5967669" y="4436343"/>
            <a:ext cx="1875506" cy="1043330"/>
          </a:xfrm>
          <a:prstGeom prst="straightConnector1">
            <a:avLst/>
          </a:prstGeom>
          <a:ln w="31750">
            <a:solidFill>
              <a:srgbClr val="000000"/>
            </a:solidFill>
            <a:prstDash val="dash"/>
            <a:headEnd type="stealth" w="lg" len="lg"/>
            <a:tailEnd type="none"/>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07C1FB74-8E09-2776-9428-6B474B1B36CB}"/>
              </a:ext>
            </a:extLst>
          </p:cNvPr>
          <p:cNvSpPr txBox="1"/>
          <p:nvPr/>
        </p:nvSpPr>
        <p:spPr>
          <a:xfrm>
            <a:off x="3189257" y="3757086"/>
            <a:ext cx="577918" cy="369332"/>
          </a:xfrm>
          <a:prstGeom prst="rect">
            <a:avLst/>
          </a:prstGeom>
          <a:noFill/>
        </p:spPr>
        <p:txBody>
          <a:bodyPr wrap="square">
            <a:spAutoFit/>
          </a:bodyPr>
          <a:lstStyle/>
          <a:p>
            <a:r>
              <a:rPr lang="de-DE" dirty="0">
                <a:solidFill>
                  <a:srgbClr val="FF0000"/>
                </a:solidFill>
              </a:rPr>
              <a:t>(1)</a:t>
            </a:r>
            <a:endParaRPr lang="en-US" dirty="0"/>
          </a:p>
        </p:txBody>
      </p:sp>
      <p:sp>
        <p:nvSpPr>
          <p:cNvPr id="43" name="TextBox 42">
            <a:extLst>
              <a:ext uri="{FF2B5EF4-FFF2-40B4-BE49-F238E27FC236}">
                <a16:creationId xmlns:a16="http://schemas.microsoft.com/office/drawing/2014/main" id="{5F7E025C-383A-14CD-0343-F7F4A9038904}"/>
              </a:ext>
            </a:extLst>
          </p:cNvPr>
          <p:cNvSpPr txBox="1"/>
          <p:nvPr/>
        </p:nvSpPr>
        <p:spPr>
          <a:xfrm>
            <a:off x="3184071" y="4487215"/>
            <a:ext cx="577918" cy="369332"/>
          </a:xfrm>
          <a:prstGeom prst="rect">
            <a:avLst/>
          </a:prstGeom>
          <a:noFill/>
        </p:spPr>
        <p:txBody>
          <a:bodyPr wrap="square">
            <a:spAutoFit/>
          </a:bodyPr>
          <a:lstStyle/>
          <a:p>
            <a:r>
              <a:rPr lang="de-DE" dirty="0">
                <a:solidFill>
                  <a:srgbClr val="FF0000"/>
                </a:solidFill>
              </a:rPr>
              <a:t>(2)</a:t>
            </a:r>
            <a:endParaRPr lang="en-US" dirty="0"/>
          </a:p>
        </p:txBody>
      </p:sp>
      <p:cxnSp>
        <p:nvCxnSpPr>
          <p:cNvPr id="44" name="Straight Arrow Connector 43">
            <a:extLst>
              <a:ext uri="{FF2B5EF4-FFF2-40B4-BE49-F238E27FC236}">
                <a16:creationId xmlns:a16="http://schemas.microsoft.com/office/drawing/2014/main" id="{89B3DA30-0991-B810-2A7F-8125AC836C35}"/>
              </a:ext>
            </a:extLst>
          </p:cNvPr>
          <p:cNvCxnSpPr>
            <a:cxnSpLocks/>
          </p:cNvCxnSpPr>
          <p:nvPr/>
        </p:nvCxnSpPr>
        <p:spPr>
          <a:xfrm>
            <a:off x="1739182" y="4492838"/>
            <a:ext cx="3241795" cy="0"/>
          </a:xfrm>
          <a:prstGeom prst="straightConnector1">
            <a:avLst/>
          </a:prstGeom>
          <a:ln w="31750">
            <a:solidFill>
              <a:srgbClr val="000000"/>
            </a:solidFill>
            <a:headEnd type="stealth" w="lg" len="lg"/>
            <a:tailEnd type="none"/>
          </a:ln>
        </p:spPr>
        <p:style>
          <a:lnRef idx="1">
            <a:schemeClr val="accent1"/>
          </a:lnRef>
          <a:fillRef idx="0">
            <a:schemeClr val="accent1"/>
          </a:fillRef>
          <a:effectRef idx="0">
            <a:schemeClr val="accent1"/>
          </a:effectRef>
          <a:fontRef idx="minor">
            <a:schemeClr val="tx1"/>
          </a:fontRef>
        </p:style>
      </p:cxnSp>
      <p:sp>
        <p:nvSpPr>
          <p:cNvPr id="45" name="Rectangle 44">
            <a:extLst>
              <a:ext uri="{FF2B5EF4-FFF2-40B4-BE49-F238E27FC236}">
                <a16:creationId xmlns:a16="http://schemas.microsoft.com/office/drawing/2014/main" id="{1D61DD15-0A25-0823-14D9-15388026E8D4}"/>
              </a:ext>
            </a:extLst>
          </p:cNvPr>
          <p:cNvSpPr/>
          <p:nvPr/>
        </p:nvSpPr>
        <p:spPr>
          <a:xfrm>
            <a:off x="7843175" y="5034071"/>
            <a:ext cx="3169014" cy="104062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dirty="0"/>
              <a:t>My Database</a:t>
            </a:r>
            <a:endParaRPr lang="en-US" dirty="0"/>
          </a:p>
        </p:txBody>
      </p:sp>
      <p:sp>
        <p:nvSpPr>
          <p:cNvPr id="46" name="Speech Bubble: Rectangle 45">
            <a:extLst>
              <a:ext uri="{FF2B5EF4-FFF2-40B4-BE49-F238E27FC236}">
                <a16:creationId xmlns:a16="http://schemas.microsoft.com/office/drawing/2014/main" id="{6A9C44BC-B9FD-BE15-DA68-6313423F58E4}"/>
              </a:ext>
            </a:extLst>
          </p:cNvPr>
          <p:cNvSpPr/>
          <p:nvPr/>
        </p:nvSpPr>
        <p:spPr>
          <a:xfrm>
            <a:off x="1188589" y="2223319"/>
            <a:ext cx="4405095" cy="617049"/>
          </a:xfrm>
          <a:prstGeom prst="wedgeRectCallout">
            <a:avLst>
              <a:gd name="adj1" fmla="val -3217"/>
              <a:gd name="adj2" fmla="val 155720"/>
            </a:avLst>
          </a:prstGeom>
          <a:solidFill>
            <a:schemeClr val="bg1"/>
          </a:solidFill>
          <a:ln>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de-DE" b="1" dirty="0">
                <a:solidFill>
                  <a:schemeClr val="tx1"/>
                </a:solidFill>
              </a:rPr>
              <a:t>User</a:t>
            </a:r>
            <a:r>
              <a:rPr lang="de-DE" dirty="0">
                <a:solidFill>
                  <a:schemeClr val="tx1"/>
                </a:solidFill>
              </a:rPr>
              <a:t>: Switch on the light </a:t>
            </a:r>
            <a:r>
              <a:rPr lang="de-DE" dirty="0" err="1">
                <a:solidFill>
                  <a:schemeClr val="tx1"/>
                </a:solidFill>
              </a:rPr>
              <a:t>to</a:t>
            </a:r>
            <a:r>
              <a:rPr lang="de-DE" dirty="0">
                <a:solidFill>
                  <a:schemeClr val="tx1"/>
                </a:solidFill>
              </a:rPr>
              <a:t> </a:t>
            </a:r>
            <a:r>
              <a:rPr lang="de-DE" dirty="0" err="1">
                <a:solidFill>
                  <a:schemeClr val="tx1"/>
                </a:solidFill>
              </a:rPr>
              <a:t>green</a:t>
            </a:r>
            <a:r>
              <a:rPr lang="de-DE" dirty="0">
                <a:solidFill>
                  <a:schemeClr val="tx1"/>
                </a:solidFill>
              </a:rPr>
              <a:t>.</a:t>
            </a:r>
            <a:endParaRPr lang="en-US" dirty="0">
              <a:solidFill>
                <a:schemeClr val="tx1"/>
              </a:solidFill>
            </a:endParaRPr>
          </a:p>
        </p:txBody>
      </p:sp>
      <p:sp>
        <p:nvSpPr>
          <p:cNvPr id="47" name="Speech Bubble: Rectangle 46">
            <a:extLst>
              <a:ext uri="{FF2B5EF4-FFF2-40B4-BE49-F238E27FC236}">
                <a16:creationId xmlns:a16="http://schemas.microsoft.com/office/drawing/2014/main" id="{4B7B5CF8-4FC1-3E0B-5BCB-BB8F39DBD172}"/>
              </a:ext>
            </a:extLst>
          </p:cNvPr>
          <p:cNvSpPr/>
          <p:nvPr/>
        </p:nvSpPr>
        <p:spPr>
          <a:xfrm>
            <a:off x="2368088" y="5553561"/>
            <a:ext cx="3759790" cy="945110"/>
          </a:xfrm>
          <a:prstGeom prst="wedgeRectCallout">
            <a:avLst>
              <a:gd name="adj1" fmla="val -24979"/>
              <a:gd name="adj2" fmla="val -117022"/>
            </a:avLst>
          </a:prstGeom>
          <a:solidFill>
            <a:schemeClr val="bg1"/>
          </a:solidFill>
          <a:ln>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de-DE" dirty="0">
                <a:solidFill>
                  <a:schemeClr val="tx1"/>
                </a:solidFill>
              </a:rPr>
              <a:t>Tool:  </a:t>
            </a:r>
            <a:r>
              <a:rPr lang="de-DE" b="1" i="1" dirty="0" err="1">
                <a:solidFill>
                  <a:schemeClr val="tx1"/>
                </a:solidFill>
              </a:rPr>
              <a:t>SwitchLightOn</a:t>
            </a:r>
            <a:r>
              <a:rPr lang="de-DE" dirty="0">
                <a:solidFill>
                  <a:schemeClr val="tx1"/>
                </a:solidFill>
              </a:rPr>
              <a:t>(</a:t>
            </a:r>
            <a:r>
              <a:rPr lang="de-DE" i="1" dirty="0" err="1">
                <a:solidFill>
                  <a:schemeClr val="tx1"/>
                </a:solidFill>
              </a:rPr>
              <a:t>green</a:t>
            </a:r>
            <a:r>
              <a:rPr lang="de-DE" dirty="0">
                <a:solidFill>
                  <a:schemeClr val="tx1"/>
                </a:solidFill>
              </a:rPr>
              <a:t>)</a:t>
            </a:r>
            <a:endParaRPr lang="en-US" dirty="0">
              <a:solidFill>
                <a:schemeClr val="tx1"/>
              </a:solidFill>
            </a:endParaRPr>
          </a:p>
        </p:txBody>
      </p:sp>
      <p:pic>
        <p:nvPicPr>
          <p:cNvPr id="48" name="Graphic 47" descr="Envelope outline">
            <a:extLst>
              <a:ext uri="{FF2B5EF4-FFF2-40B4-BE49-F238E27FC236}">
                <a16:creationId xmlns:a16="http://schemas.microsoft.com/office/drawing/2014/main" id="{C74C6D5E-B0D5-6D65-B380-300BDA3D467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213478" y="5584271"/>
            <a:ext cx="914400" cy="914400"/>
          </a:xfrm>
          <a:prstGeom prst="rect">
            <a:avLst/>
          </a:prstGeom>
        </p:spPr>
      </p:pic>
      <p:pic>
        <p:nvPicPr>
          <p:cNvPr id="49" name="Graphic 10" descr="Envelope outline">
            <a:extLst>
              <a:ext uri="{FF2B5EF4-FFF2-40B4-BE49-F238E27FC236}">
                <a16:creationId xmlns:a16="http://schemas.microsoft.com/office/drawing/2014/main" id="{22BA903F-F857-F35C-C2C1-E5B8D5CCB2A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893992" y="2195068"/>
            <a:ext cx="700484" cy="700484"/>
          </a:xfrm>
          <a:prstGeom prst="rect">
            <a:avLst/>
          </a:prstGeom>
        </p:spPr>
      </p:pic>
    </p:spTree>
    <p:extLst>
      <p:ext uri="{BB962C8B-B14F-4D97-AF65-F5344CB8AC3E}">
        <p14:creationId xmlns:p14="http://schemas.microsoft.com/office/powerpoint/2010/main" val="1797063161"/>
      </p:ext>
    </p:extLst>
  </p:cSld>
  <p:clrMapOvr>
    <a:masterClrMapping/>
  </p:clrMapOvr>
  <p:transition>
    <p:fade/>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10AC5E-E366-62D1-7176-08275B864C01}"/>
              </a:ext>
            </a:extLst>
          </p:cNvPr>
          <p:cNvSpPr>
            <a:spLocks noGrp="1"/>
          </p:cNvSpPr>
          <p:nvPr>
            <p:ph type="title"/>
          </p:nvPr>
        </p:nvSpPr>
        <p:spPr/>
        <p:txBody>
          <a:bodyPr/>
          <a:lstStyle/>
          <a:p>
            <a:r>
              <a:rPr lang="en-US" dirty="0"/>
              <a:t>Function Calling</a:t>
            </a:r>
            <a:endParaRPr lang="de-DE" dirty="0"/>
          </a:p>
        </p:txBody>
      </p:sp>
      <p:pic>
        <p:nvPicPr>
          <p:cNvPr id="23" name="Picture 22">
            <a:extLst>
              <a:ext uri="{FF2B5EF4-FFF2-40B4-BE49-F238E27FC236}">
                <a16:creationId xmlns:a16="http://schemas.microsoft.com/office/drawing/2014/main" id="{B89129B3-C426-4BB5-A035-784F46FBD70F}"/>
              </a:ext>
            </a:extLst>
          </p:cNvPr>
          <p:cNvPicPr>
            <a:picLocks noChangeAspect="1"/>
          </p:cNvPicPr>
          <p:nvPr/>
        </p:nvPicPr>
        <p:blipFill>
          <a:blip r:embed="rId2"/>
          <a:stretch>
            <a:fillRect/>
          </a:stretch>
        </p:blipFill>
        <p:spPr>
          <a:xfrm>
            <a:off x="363259" y="900502"/>
            <a:ext cx="11553825" cy="5905500"/>
          </a:xfrm>
          <a:prstGeom prst="rect">
            <a:avLst/>
          </a:prstGeom>
        </p:spPr>
      </p:pic>
    </p:spTree>
    <p:extLst>
      <p:ext uri="{BB962C8B-B14F-4D97-AF65-F5344CB8AC3E}">
        <p14:creationId xmlns:p14="http://schemas.microsoft.com/office/powerpoint/2010/main" val="1133087491"/>
      </p:ext>
    </p:extLst>
  </p:cSld>
  <p:clrMapOvr>
    <a:masterClrMapping/>
  </p:clrMapOvr>
  <p:transition>
    <p:fade/>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8BCFD9-1599-4585-1826-2EED17E61ADB}"/>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F62E0E46-DED0-624A-B778-8BD2AE578740}"/>
              </a:ext>
            </a:extLst>
          </p:cNvPr>
          <p:cNvSpPr>
            <a:spLocks noGrp="1"/>
          </p:cNvSpPr>
          <p:nvPr>
            <p:ph type="title"/>
          </p:nvPr>
        </p:nvSpPr>
        <p:spPr>
          <a:xfrm>
            <a:off x="518104" y="2029867"/>
            <a:ext cx="6400800" cy="553998"/>
          </a:xfrm>
        </p:spPr>
        <p:txBody>
          <a:bodyPr/>
          <a:lstStyle/>
          <a:p>
            <a:r>
              <a:rPr lang="en-US" dirty="0"/>
              <a:t>MAF Demo</a:t>
            </a:r>
            <a:endParaRPr lang="de-DE" dirty="0"/>
          </a:p>
        </p:txBody>
      </p:sp>
      <p:sp>
        <p:nvSpPr>
          <p:cNvPr id="5" name="Text Placeholder 4">
            <a:extLst>
              <a:ext uri="{FF2B5EF4-FFF2-40B4-BE49-F238E27FC236}">
                <a16:creationId xmlns:a16="http://schemas.microsoft.com/office/drawing/2014/main" id="{36F1A665-8E7E-AC39-73FF-5D2E8C35DA87}"/>
              </a:ext>
            </a:extLst>
          </p:cNvPr>
          <p:cNvSpPr>
            <a:spLocks noGrp="1"/>
          </p:cNvSpPr>
          <p:nvPr>
            <p:ph type="body" sz="quarter" idx="12"/>
          </p:nvPr>
        </p:nvSpPr>
        <p:spPr>
          <a:xfrm>
            <a:off x="518104" y="3020974"/>
            <a:ext cx="6400800" cy="1107996"/>
          </a:xfrm>
        </p:spPr>
        <p:txBody>
          <a:bodyPr/>
          <a:lstStyle/>
          <a:p>
            <a:pPr marL="285750" indent="-285750">
              <a:buFont typeface="Arial" panose="020B0604020202020204" pitchFamily="34" charset="0"/>
              <a:buChar char="•"/>
            </a:pPr>
            <a:r>
              <a:rPr lang="en-US" sz="2800" dirty="0"/>
              <a:t>Tools (Functions, Plugins)</a:t>
            </a:r>
          </a:p>
          <a:p>
            <a:pPr marL="285750" indent="-285750">
              <a:buFont typeface="Arial" panose="020B0604020202020204" pitchFamily="34" charset="0"/>
              <a:buChar char="•"/>
            </a:pPr>
            <a:r>
              <a:rPr lang="en-US" sz="2800" dirty="0"/>
              <a:t>LLM Responsibility</a:t>
            </a:r>
          </a:p>
          <a:p>
            <a:endParaRPr lang="de-DE" dirty="0"/>
          </a:p>
        </p:txBody>
      </p:sp>
      <p:sp>
        <p:nvSpPr>
          <p:cNvPr id="3" name="TextBox 2">
            <a:extLst>
              <a:ext uri="{FF2B5EF4-FFF2-40B4-BE49-F238E27FC236}">
                <a16:creationId xmlns:a16="http://schemas.microsoft.com/office/drawing/2014/main" id="{F72F649A-6E65-AAA1-F44D-D817A8EE79F5}"/>
              </a:ext>
            </a:extLst>
          </p:cNvPr>
          <p:cNvSpPr txBox="1"/>
          <p:nvPr/>
        </p:nvSpPr>
        <p:spPr>
          <a:xfrm>
            <a:off x="312574" y="5217246"/>
            <a:ext cx="6811860" cy="1178784"/>
          </a:xfrm>
          <a:prstGeom prst="rect">
            <a:avLst/>
          </a:prstGeom>
          <a:noFill/>
        </p:spPr>
        <p:txBody>
          <a:bodyPr wrap="square">
            <a:spAutoFit/>
          </a:bodyPr>
          <a:lstStyle/>
          <a:p>
            <a:r>
              <a:rPr lang="de-DE" dirty="0" err="1">
                <a:solidFill>
                  <a:schemeClr val="bg1"/>
                </a:solidFill>
              </a:rPr>
              <a:t>src</a:t>
            </a:r>
            <a:r>
              <a:rPr lang="de-DE" dirty="0">
                <a:solidFill>
                  <a:schemeClr val="bg1"/>
                </a:solidFill>
              </a:rPr>
              <a:t>\</a:t>
            </a:r>
            <a:r>
              <a:rPr lang="de-DE" dirty="0" err="1">
                <a:solidFill>
                  <a:schemeClr val="bg1"/>
                </a:solidFill>
              </a:rPr>
              <a:t>Agents</a:t>
            </a:r>
            <a:r>
              <a:rPr lang="de-DE" dirty="0">
                <a:solidFill>
                  <a:schemeClr val="bg1"/>
                </a:solidFill>
              </a:rPr>
              <a:t>\</a:t>
            </a:r>
            <a:r>
              <a:rPr lang="de-DE" dirty="0" err="1">
                <a:solidFill>
                  <a:schemeClr val="bg1"/>
                </a:solidFill>
              </a:rPr>
              <a:t>AgentFrameworkSamples</a:t>
            </a:r>
            <a:br>
              <a:rPr lang="de-DE" dirty="0">
                <a:solidFill>
                  <a:schemeClr val="bg1"/>
                </a:solidFill>
              </a:rPr>
            </a:br>
            <a:r>
              <a:rPr lang="de-DE" dirty="0">
                <a:solidFill>
                  <a:schemeClr val="bg1"/>
                </a:solidFill>
              </a:rPr>
              <a:t>1_HelloAgents</a:t>
            </a:r>
            <a:br>
              <a:rPr lang="de-DE" dirty="0">
                <a:solidFill>
                  <a:schemeClr val="bg1"/>
                </a:solidFill>
              </a:rPr>
            </a:br>
            <a:r>
              <a:rPr lang="de-DE" dirty="0" err="1">
                <a:solidFill>
                  <a:schemeClr val="bg1"/>
                </a:solidFill>
              </a:rPr>
              <a:t>RunWithToolsAsync</a:t>
            </a:r>
            <a:endParaRPr lang="de-DE" dirty="0">
              <a:solidFill>
                <a:schemeClr val="bg1"/>
              </a:solidFill>
            </a:endParaRPr>
          </a:p>
          <a:p>
            <a:endParaRPr lang="de-DE" dirty="0">
              <a:solidFill>
                <a:schemeClr val="bg1"/>
              </a:solidFill>
            </a:endParaRPr>
          </a:p>
        </p:txBody>
      </p:sp>
    </p:spTree>
    <p:extLst>
      <p:ext uri="{BB962C8B-B14F-4D97-AF65-F5344CB8AC3E}">
        <p14:creationId xmlns:p14="http://schemas.microsoft.com/office/powerpoint/2010/main" val="21845881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D69100-754F-5A63-49D4-A0B94D48A057}"/>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CE74569A-CD03-C2CC-0850-E0F70B068FE9}"/>
              </a:ext>
            </a:extLst>
          </p:cNvPr>
          <p:cNvSpPr>
            <a:spLocks noGrp="1"/>
          </p:cNvSpPr>
          <p:nvPr>
            <p:ph type="title"/>
          </p:nvPr>
        </p:nvSpPr>
        <p:spPr>
          <a:xfrm>
            <a:off x="470738" y="2321004"/>
            <a:ext cx="9570884" cy="1107996"/>
          </a:xfrm>
        </p:spPr>
        <p:txBody>
          <a:bodyPr/>
          <a:lstStyle/>
          <a:p>
            <a:r>
              <a:rPr lang="en-US" sz="4400" dirty="0"/>
              <a:t>MCP</a:t>
            </a:r>
            <a:br>
              <a:rPr lang="en-US" sz="4400" dirty="0"/>
            </a:br>
            <a:r>
              <a:rPr lang="en-US" sz="3600" dirty="0"/>
              <a:t>Model Context Protocol</a:t>
            </a:r>
            <a:endParaRPr lang="de-DE" dirty="0"/>
          </a:p>
        </p:txBody>
      </p:sp>
    </p:spTree>
    <p:extLst>
      <p:ext uri="{BB962C8B-B14F-4D97-AF65-F5344CB8AC3E}">
        <p14:creationId xmlns:p14="http://schemas.microsoft.com/office/powerpoint/2010/main" val="4916740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776264-11DF-D998-905C-B468D714A4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D586194-36EF-DDD2-F4B9-2AD5C1EEDE7C}"/>
              </a:ext>
            </a:extLst>
          </p:cNvPr>
          <p:cNvSpPr>
            <a:spLocks noGrp="1"/>
          </p:cNvSpPr>
          <p:nvPr>
            <p:ph type="title"/>
          </p:nvPr>
        </p:nvSpPr>
        <p:spPr/>
        <p:txBody>
          <a:bodyPr/>
          <a:lstStyle/>
          <a:p>
            <a:r>
              <a:rPr lang="en-US" dirty="0"/>
              <a:t>MCP</a:t>
            </a:r>
            <a:endParaRPr lang="de-DE" dirty="0"/>
          </a:p>
        </p:txBody>
      </p:sp>
      <p:sp>
        <p:nvSpPr>
          <p:cNvPr id="3" name="Text Placeholder 2">
            <a:extLst>
              <a:ext uri="{FF2B5EF4-FFF2-40B4-BE49-F238E27FC236}">
                <a16:creationId xmlns:a16="http://schemas.microsoft.com/office/drawing/2014/main" id="{6A597566-4EC7-7CF4-DAF3-E875BB6749E7}"/>
              </a:ext>
            </a:extLst>
          </p:cNvPr>
          <p:cNvSpPr>
            <a:spLocks noGrp="1"/>
          </p:cNvSpPr>
          <p:nvPr>
            <p:ph type="body" sz="quarter" idx="10"/>
          </p:nvPr>
        </p:nvSpPr>
        <p:spPr>
          <a:xfrm>
            <a:off x="2921000" y="3009170"/>
            <a:ext cx="4556410" cy="1107996"/>
          </a:xfrm>
        </p:spPr>
        <p:txBody>
          <a:bodyPr/>
          <a:lstStyle/>
          <a:p>
            <a:pPr algn="ctr"/>
            <a:r>
              <a:rPr lang="en-US" sz="2400" dirty="0"/>
              <a:t>Created by Anthropic</a:t>
            </a:r>
            <a:br>
              <a:rPr lang="en-US" sz="2400" dirty="0"/>
            </a:br>
            <a:r>
              <a:rPr lang="en-US" sz="2400" dirty="0"/>
              <a:t>Adopted by the AI community</a:t>
            </a:r>
            <a:br>
              <a:rPr lang="en-US" sz="2400" dirty="0"/>
            </a:br>
            <a:endParaRPr lang="de-DE" sz="2400" dirty="0"/>
          </a:p>
        </p:txBody>
      </p:sp>
    </p:spTree>
    <p:extLst>
      <p:ext uri="{BB962C8B-B14F-4D97-AF65-F5344CB8AC3E}">
        <p14:creationId xmlns:p14="http://schemas.microsoft.com/office/powerpoint/2010/main" val="804580173"/>
      </p:ext>
    </p:extLst>
  </p:cSld>
  <p:clrMapOvr>
    <a:masterClrMapping/>
  </p:clrMapOvr>
  <p:transition>
    <p:fade/>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55BE33-6F47-6689-A3EF-80DD757542D3}"/>
              </a:ext>
            </a:extLst>
          </p:cNvPr>
          <p:cNvSpPr>
            <a:spLocks noGrp="1"/>
          </p:cNvSpPr>
          <p:nvPr>
            <p:ph type="title"/>
          </p:nvPr>
        </p:nvSpPr>
        <p:spPr/>
        <p:txBody>
          <a:bodyPr/>
          <a:lstStyle/>
          <a:p>
            <a:r>
              <a:rPr lang="en-US" dirty="0"/>
              <a:t>Why MCP and how does it work?</a:t>
            </a:r>
            <a:endParaRPr lang="de-DE" dirty="0"/>
          </a:p>
        </p:txBody>
      </p:sp>
      <p:pic>
        <p:nvPicPr>
          <p:cNvPr id="5" name="Picture 4">
            <a:extLst>
              <a:ext uri="{FF2B5EF4-FFF2-40B4-BE49-F238E27FC236}">
                <a16:creationId xmlns:a16="http://schemas.microsoft.com/office/drawing/2014/main" id="{1B14789E-A680-6BBD-D09B-BEE669486E58}"/>
              </a:ext>
            </a:extLst>
          </p:cNvPr>
          <p:cNvPicPr>
            <a:picLocks noChangeAspect="1"/>
          </p:cNvPicPr>
          <p:nvPr/>
        </p:nvPicPr>
        <p:blipFill>
          <a:blip r:embed="rId2"/>
          <a:srcRect/>
          <a:stretch/>
        </p:blipFill>
        <p:spPr>
          <a:xfrm>
            <a:off x="588263" y="1454030"/>
            <a:ext cx="9716951" cy="3949940"/>
          </a:xfrm>
          <a:prstGeom prst="rect">
            <a:avLst/>
          </a:prstGeom>
        </p:spPr>
      </p:pic>
    </p:spTree>
    <p:extLst>
      <p:ext uri="{BB962C8B-B14F-4D97-AF65-F5344CB8AC3E}">
        <p14:creationId xmlns:p14="http://schemas.microsoft.com/office/powerpoint/2010/main" val="3938582767"/>
      </p:ext>
    </p:extLst>
  </p:cSld>
  <p:clrMapOvr>
    <a:masterClrMapping/>
  </p:clrMapOvr>
  <p:transition>
    <p:fade/>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MCP Claude Mermaid Chart">
            <a:extLst>
              <a:ext uri="{FF2B5EF4-FFF2-40B4-BE49-F238E27FC236}">
                <a16:creationId xmlns:a16="http://schemas.microsoft.com/office/drawing/2014/main" id="{3CBC5ED1-CA65-05E2-5DBF-4356C728CDE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1561" y="-165332"/>
            <a:ext cx="12485923" cy="7023332"/>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9750C4FF-EAAB-98A2-5CA9-2D21EF2E7C4F}"/>
              </a:ext>
            </a:extLst>
          </p:cNvPr>
          <p:cNvSpPr>
            <a:spLocks noGrp="1"/>
          </p:cNvSpPr>
          <p:nvPr>
            <p:ph type="title"/>
          </p:nvPr>
        </p:nvSpPr>
        <p:spPr>
          <a:xfrm rot="16200000">
            <a:off x="-1637615" y="2821873"/>
            <a:ext cx="4562791" cy="553998"/>
          </a:xfrm>
        </p:spPr>
        <p:txBody>
          <a:bodyPr/>
          <a:lstStyle/>
          <a:p>
            <a:r>
              <a:rPr lang="en-US" dirty="0"/>
              <a:t>MCP under the HUB</a:t>
            </a:r>
            <a:endParaRPr lang="de-DE" dirty="0"/>
          </a:p>
        </p:txBody>
      </p:sp>
    </p:spTree>
    <p:extLst>
      <p:ext uri="{BB962C8B-B14F-4D97-AF65-F5344CB8AC3E}">
        <p14:creationId xmlns:p14="http://schemas.microsoft.com/office/powerpoint/2010/main" val="81344771"/>
      </p:ext>
    </p:extLst>
  </p:cSld>
  <p:clrMapOvr>
    <a:masterClrMapping/>
  </p:clrMapOvr>
  <p:transition>
    <p:fade/>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6CBFC6-4AE4-BB37-280F-C7B058B7118B}"/>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B674D031-1344-4E63-AE44-9936C482C5B0}"/>
              </a:ext>
            </a:extLst>
          </p:cNvPr>
          <p:cNvSpPr>
            <a:spLocks noGrp="1"/>
          </p:cNvSpPr>
          <p:nvPr>
            <p:ph type="body" sz="quarter" idx="12"/>
          </p:nvPr>
        </p:nvSpPr>
        <p:spPr/>
        <p:txBody>
          <a:bodyPr/>
          <a:lstStyle/>
          <a:p>
            <a:endParaRPr lang="en-US"/>
          </a:p>
        </p:txBody>
      </p:sp>
    </p:spTree>
    <p:extLst>
      <p:ext uri="{BB962C8B-B14F-4D97-AF65-F5344CB8AC3E}">
        <p14:creationId xmlns:p14="http://schemas.microsoft.com/office/powerpoint/2010/main" val="3920253604"/>
      </p:ext>
    </p:extLst>
  </p:cSld>
  <p:clrMapOvr>
    <a:masterClrMapping/>
  </p:clrMapOvr>
  <p:transition>
    <p:fade/>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C9C39-85DD-285F-1742-E1F53F0BB81B}"/>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0C94D7A1-07B5-736F-169E-D3D2C5AE568D}"/>
              </a:ext>
            </a:extLst>
          </p:cNvPr>
          <p:cNvSpPr>
            <a:spLocks noGrp="1"/>
          </p:cNvSpPr>
          <p:nvPr>
            <p:ph sz="quarter" idx="10"/>
          </p:nvPr>
        </p:nvSpPr>
        <p:spPr/>
        <p:txBody>
          <a:bodyPr/>
          <a:lstStyle/>
          <a:p>
            <a:endParaRPr lang="en-US"/>
          </a:p>
        </p:txBody>
      </p:sp>
    </p:spTree>
    <p:extLst>
      <p:ext uri="{BB962C8B-B14F-4D97-AF65-F5344CB8AC3E}">
        <p14:creationId xmlns:p14="http://schemas.microsoft.com/office/powerpoint/2010/main" val="2264844784"/>
      </p:ext>
    </p:extLst>
  </p:cSld>
  <p:clrMapOvr>
    <a:masterClrMapping/>
  </p:clrMapOvr>
  <p:transition>
    <p:fade/>
  </p:transition>
</p:sld>
</file>

<file path=ppt/theme/theme1.xml><?xml version="1.0" encoding="utf-8"?>
<a:theme xmlns:a="http://schemas.openxmlformats.org/drawingml/2006/main" name="Microsoft Build 16:9 Template Light">
  <a:themeElements>
    <a:clrScheme name="Custom 80">
      <a:dk1>
        <a:srgbClr val="000000"/>
      </a:dk1>
      <a:lt1>
        <a:srgbClr val="FFFFFF"/>
      </a:lt1>
      <a:dk2>
        <a:srgbClr val="2A446F"/>
      </a:dk2>
      <a:lt2>
        <a:srgbClr val="D7D2CB"/>
      </a:lt2>
      <a:accent1>
        <a:srgbClr val="00A4EF"/>
      </a:accent1>
      <a:accent2>
        <a:srgbClr val="7FBA00"/>
      </a:accent2>
      <a:accent3>
        <a:srgbClr val="F25022"/>
      </a:accent3>
      <a:accent4>
        <a:srgbClr val="BF9474"/>
      </a:accent4>
      <a:accent5>
        <a:srgbClr val="FFB900"/>
      </a:accent5>
      <a:accent6>
        <a:srgbClr val="B1B3B3"/>
      </a:accent6>
      <a:hlink>
        <a:srgbClr val="0078D4"/>
      </a:hlink>
      <a:folHlink>
        <a:srgbClr val="8661C5"/>
      </a:folHlink>
    </a:clrScheme>
    <a:fontScheme name="Microsoft 2019 Brand Templates">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solidFill>
              <a:srgbClr val="FFFFFF"/>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custClrLst>
    <a:custClr name="Light Brown">
      <a:srgbClr val="E1D3C7"/>
    </a:custClr>
    <a:custClr name="Light Yellow">
      <a:srgbClr val="FFE399"/>
    </a:custClr>
    <a:custClr name="Light Orange">
      <a:srgbClr val="FFA38B"/>
    </a:custClr>
    <a:custClr name="Light Red">
      <a:srgbClr val="FFB3BB"/>
    </a:custClr>
    <a:custClr name="Light Magenta">
      <a:srgbClr val="D59ED7"/>
    </a:custClr>
    <a:custClr name="Light Purple">
      <a:srgbClr val="C5B4E3"/>
    </a:custClr>
    <a:custClr name="Light Blue">
      <a:srgbClr val="8DC8E8"/>
    </a:custClr>
    <a:custClr name="Light Teal">
      <a:srgbClr val="B9DCD2"/>
    </a:custClr>
    <a:custClr name="Light Green">
      <a:srgbClr val="D4EC8E"/>
    </a:custClr>
    <a:custClr name="Blue Black">
      <a:srgbClr val="091F2C"/>
    </a:custClr>
    <a:custClr name="Brown">
      <a:srgbClr val="BF9474"/>
    </a:custClr>
    <a:custClr name="Yellow">
      <a:srgbClr val="FFB900"/>
    </a:custClr>
    <a:custClr name="Orange">
      <a:srgbClr val="FF5C39"/>
    </a:custClr>
    <a:custClr name="Red">
      <a:srgbClr val="F4364C"/>
    </a:custClr>
    <a:custClr name="Magenta">
      <a:srgbClr val="C03BC4"/>
    </a:custClr>
    <a:custClr name="Purple">
      <a:srgbClr val="8661C5"/>
    </a:custClr>
    <a:custClr name="Blue">
      <a:srgbClr val="0078D4"/>
    </a:custClr>
    <a:custClr name="Teal">
      <a:srgbClr val="49C5B1"/>
    </a:custClr>
    <a:custClr name="Green">
      <a:srgbClr val="8DE971"/>
    </a:custClr>
    <a:custClr name="Rich Black">
      <a:srgbClr val="000000"/>
    </a:custClr>
    <a:custClr name="Dark Brown">
      <a:srgbClr val="5C4738"/>
    </a:custClr>
    <a:custClr name="Dark Yellow">
      <a:srgbClr val="7F5A1A"/>
    </a:custClr>
    <a:custClr name="Dark Orange">
      <a:srgbClr val="73391D"/>
    </a:custClr>
    <a:custClr name="Dark Red">
      <a:srgbClr val="73262F"/>
    </a:custClr>
    <a:custClr name="Dark Magenta">
      <a:srgbClr val="702573"/>
    </a:custClr>
    <a:custClr name="Dark Purple">
      <a:srgbClr val="463668"/>
    </a:custClr>
    <a:custClr name="Dark Blue">
      <a:srgbClr val="2A446F"/>
    </a:custClr>
    <a:custClr name="Dark Teal">
      <a:srgbClr val="225B62"/>
    </a:custClr>
    <a:custClr name="Dark Green">
      <a:srgbClr val="07641D"/>
    </a:custClr>
    <a:custClr name="Brown Black">
      <a:srgbClr val="291817"/>
    </a:custClr>
    <a:custClr name="Pure White">
      <a:srgbClr val="FFFFFF"/>
    </a:custClr>
    <a:custClr name="Off White">
      <a:srgbClr val="F4F3F5"/>
    </a:custClr>
    <a:custClr name="Warm White">
      <a:srgbClr val="FFF8F3"/>
    </a:custClr>
    <a:custClr name="Warm Light Gray">
      <a:srgbClr val="E8E6DF"/>
    </a:custClr>
    <a:custClr name="Mid Gray">
      <a:srgbClr val="D7D2CB"/>
    </a:custClr>
    <a:custClr name="Warm Gray">
      <a:srgbClr val="8C8279"/>
    </a:custClr>
    <a:custClr name="Light Gray">
      <a:srgbClr val="D9D9D6"/>
    </a:custClr>
    <a:custClr name="Cool Gray">
      <a:srgbClr val="B1B3B3"/>
    </a:custClr>
    <a:custClr name="Dark Gray">
      <a:srgbClr val="454142"/>
    </a:custClr>
    <a:custClr name="Pure White">
      <a:srgbClr val="FFFFFF"/>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Lst>
  <a:extLst>
    <a:ext uri="{05A4C25C-085E-4340-85A3-A5531E510DB2}">
      <thm15:themeFamily xmlns:thm15="http://schemas.microsoft.com/office/thememl/2012/main" name="BRK261.pptx" id="{2E72E2B3-FE3E-4181-9DB6-1239569C0193}" vid="{196D48A7-9118-4EF8-A0B8-2AC9DFC1F8E2}"/>
    </a:ext>
  </a:extLst>
</a:theme>
</file>

<file path=ppt/theme/theme2.xml><?xml version="1.0" encoding="utf-8"?>
<a:theme xmlns:a="http://schemas.openxmlformats.org/drawingml/2006/main" name="Microsoft Build 16:9 Template Dark">
  <a:themeElements>
    <a:clrScheme name="Custom 79">
      <a:dk1>
        <a:srgbClr val="000000"/>
      </a:dk1>
      <a:lt1>
        <a:srgbClr val="FFFFFF"/>
      </a:lt1>
      <a:dk2>
        <a:srgbClr val="091F2C"/>
      </a:dk2>
      <a:lt2>
        <a:srgbClr val="E8E6DF"/>
      </a:lt2>
      <a:accent1>
        <a:srgbClr val="00A4EF"/>
      </a:accent1>
      <a:accent2>
        <a:srgbClr val="7FBA00"/>
      </a:accent2>
      <a:accent3>
        <a:srgbClr val="F25022"/>
      </a:accent3>
      <a:accent4>
        <a:srgbClr val="E1D3C7"/>
      </a:accent4>
      <a:accent5>
        <a:srgbClr val="FFB900"/>
      </a:accent5>
      <a:accent6>
        <a:srgbClr val="D9D9D6"/>
      </a:accent6>
      <a:hlink>
        <a:srgbClr val="8DC8E8"/>
      </a:hlink>
      <a:folHlink>
        <a:srgbClr val="C5B4E3"/>
      </a:folHlink>
    </a:clrScheme>
    <a:fontScheme name="Microsoft 2019 Brand Templates">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solidFill>
              <a:schemeClr val="bg1"/>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custClrLst>
    <a:custClr name="Light Brown">
      <a:srgbClr val="E1D3C7"/>
    </a:custClr>
    <a:custClr name="Light Yellow">
      <a:srgbClr val="FFE399"/>
    </a:custClr>
    <a:custClr name="Light Orange">
      <a:srgbClr val="FFA38B"/>
    </a:custClr>
    <a:custClr name="Light Red">
      <a:srgbClr val="FFB3BB"/>
    </a:custClr>
    <a:custClr name="Light Magenta">
      <a:srgbClr val="D59ED7"/>
    </a:custClr>
    <a:custClr name="Light Purple">
      <a:srgbClr val="C5B4E3"/>
    </a:custClr>
    <a:custClr name="Light Blue">
      <a:srgbClr val="8DC8E8"/>
    </a:custClr>
    <a:custClr name="Light Teal">
      <a:srgbClr val="B9DCD2"/>
    </a:custClr>
    <a:custClr name="Light Green">
      <a:srgbClr val="D4EC8E"/>
    </a:custClr>
    <a:custClr name="Blue Black">
      <a:srgbClr val="091F2C"/>
    </a:custClr>
    <a:custClr name="Brown">
      <a:srgbClr val="BF9474"/>
    </a:custClr>
    <a:custClr name="Yellow">
      <a:srgbClr val="FFB900"/>
    </a:custClr>
    <a:custClr name="Orange">
      <a:srgbClr val="FF5C39"/>
    </a:custClr>
    <a:custClr name="Red">
      <a:srgbClr val="F4364C"/>
    </a:custClr>
    <a:custClr name="Magenta">
      <a:srgbClr val="C03BC4"/>
    </a:custClr>
    <a:custClr name="Purple">
      <a:srgbClr val="8661C5"/>
    </a:custClr>
    <a:custClr name="Blue">
      <a:srgbClr val="0078D4"/>
    </a:custClr>
    <a:custClr name="Teal">
      <a:srgbClr val="49C5B1"/>
    </a:custClr>
    <a:custClr name="Green">
      <a:srgbClr val="8DE971"/>
    </a:custClr>
    <a:custClr name="Rich Black">
      <a:srgbClr val="000000"/>
    </a:custClr>
    <a:custClr name="Dark Brown">
      <a:srgbClr val="5C4738"/>
    </a:custClr>
    <a:custClr name="Dark Yellow">
      <a:srgbClr val="7F5A1A"/>
    </a:custClr>
    <a:custClr name="Dark Orange">
      <a:srgbClr val="73391D"/>
    </a:custClr>
    <a:custClr name="Dark Red">
      <a:srgbClr val="73262F"/>
    </a:custClr>
    <a:custClr name="Dark Magenta">
      <a:srgbClr val="702573"/>
    </a:custClr>
    <a:custClr name="Dark Purple">
      <a:srgbClr val="463668"/>
    </a:custClr>
    <a:custClr name="Dark Blue">
      <a:srgbClr val="2A446F"/>
    </a:custClr>
    <a:custClr name="Dark Teal">
      <a:srgbClr val="225B62"/>
    </a:custClr>
    <a:custClr name="Dark Green">
      <a:srgbClr val="07641D"/>
    </a:custClr>
    <a:custClr name="Brown Black">
      <a:srgbClr val="291817"/>
    </a:custClr>
    <a:custClr name="Pure White">
      <a:srgbClr val="FFFFFF"/>
    </a:custClr>
    <a:custClr name="Off White">
      <a:srgbClr val="F4F3F5"/>
    </a:custClr>
    <a:custClr name="Warm White">
      <a:srgbClr val="FFF8F3"/>
    </a:custClr>
    <a:custClr name="Warm Light Gray">
      <a:srgbClr val="E8E6DF"/>
    </a:custClr>
    <a:custClr name="Mid Gray">
      <a:srgbClr val="D7D2CB"/>
    </a:custClr>
    <a:custClr name="Warm Gray">
      <a:srgbClr val="8C8279"/>
    </a:custClr>
    <a:custClr name="Light Gray">
      <a:srgbClr val="D9D9D6"/>
    </a:custClr>
    <a:custClr name="Cool Gray">
      <a:srgbClr val="B1B3B3"/>
    </a:custClr>
    <a:custClr name="Dark Gray">
      <a:srgbClr val="454142"/>
    </a:custClr>
    <a:custClr name="Pure White">
      <a:srgbClr val="FFFFFF"/>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Lst>
  <a:extLst>
    <a:ext uri="{05A4C25C-085E-4340-85A3-A5531E510DB2}">
      <thm15:themeFamily xmlns:thm15="http://schemas.microsoft.com/office/thememl/2012/main" name="BRK261.pptx" id="{2E72E2B3-FE3E-4181-9DB6-1239569C0193}" vid="{4C22E9C1-8B86-4435-B7C1-3F0CD64ED462}"/>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custClrLst>
    <a:custClr name="Light Orange">
      <a:srgbClr val="FF9349"/>
    </a:custClr>
    <a:custClr name="Light Yellow">
      <a:srgbClr val="FEF000"/>
    </a:custClr>
    <a:custClr name="Light Green">
      <a:srgbClr val="9BF00B"/>
    </a:custClr>
    <a:custClr name="Light Teal">
      <a:srgbClr val="30E5D0"/>
    </a:custClr>
    <a:custClr name="Light Blue">
      <a:srgbClr val="50E6FF"/>
    </a:custClr>
    <a:custClr name="Light Purple">
      <a:srgbClr val="D59DFF"/>
    </a:custClr>
    <a:custClr name="White">
      <a:srgbClr val="FFFFFF"/>
    </a:custClr>
    <a:custClr name="Extra Light Gray">
      <a:srgbClr val="F2F2F2"/>
    </a:custClr>
    <a:custClr name="Light Gray">
      <a:srgbClr val="E6E6E6"/>
    </a:custClr>
    <a:custClr name="Gray">
      <a:srgbClr val="D2D2D2"/>
    </a:custClr>
    <a:custClr name="Orange">
      <a:srgbClr val="D83B01"/>
    </a:custClr>
    <a:custClr name="Yellow">
      <a:srgbClr val="FFB900"/>
    </a:custClr>
    <a:custClr name="Green">
      <a:srgbClr val="107C10"/>
    </a:custClr>
    <a:custClr name="Teal">
      <a:srgbClr val="008575"/>
    </a:custClr>
    <a:custClr name="Blue">
      <a:srgbClr val="0078D4"/>
    </a:custClr>
    <a:custClr name="Purple">
      <a:srgbClr val="8661C5"/>
    </a:custClr>
    <a:custClr name="Mid Gray">
      <a:srgbClr val="737373"/>
    </a:custClr>
    <a:custClr name="Dark Gray">
      <a:srgbClr val="505050"/>
    </a:custClr>
    <a:custClr name="Extra Dark Gray">
      <a:srgbClr val="2F2F2F"/>
    </a:custClr>
    <a:custClr name="Rick Black">
      <a:srgbClr val="000000"/>
    </a:custClr>
    <a:custClr name="Dark Orange">
      <a:srgbClr val="6B2929"/>
    </a:custClr>
    <a:custClr name="Dark Yellow">
      <a:srgbClr val="6A4B16"/>
    </a:custClr>
    <a:custClr name="Dark Green">
      <a:srgbClr val="054B16"/>
    </a:custClr>
    <a:custClr name="Dark Teal">
      <a:srgbClr val="274B47"/>
    </a:custClr>
    <a:custClr name="Dark Blue">
      <a:srgbClr val="243A5E"/>
    </a:custClr>
    <a:custClr name="Dark Purple">
      <a:srgbClr val="3B2E58"/>
    </a:custClr>
  </a:custClr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custClrLst>
    <a:custClr name="Light Orange">
      <a:srgbClr val="FF9349"/>
    </a:custClr>
    <a:custClr name="Light Yellow">
      <a:srgbClr val="FEF000"/>
    </a:custClr>
    <a:custClr name="Light Green">
      <a:srgbClr val="9BF00B"/>
    </a:custClr>
    <a:custClr name="Light Teal">
      <a:srgbClr val="30E5D0"/>
    </a:custClr>
    <a:custClr name="Light Blue">
      <a:srgbClr val="50E6FF"/>
    </a:custClr>
    <a:custClr name="Light Purple">
      <a:srgbClr val="D59DFF"/>
    </a:custClr>
    <a:custClr name="White">
      <a:srgbClr val="FFFFFF"/>
    </a:custClr>
    <a:custClr name="Extra Light Gray">
      <a:srgbClr val="F2F2F2"/>
    </a:custClr>
    <a:custClr name="Light Gray">
      <a:srgbClr val="E6E6E6"/>
    </a:custClr>
    <a:custClr name="Gray">
      <a:srgbClr val="D2D2D2"/>
    </a:custClr>
    <a:custClr name="Orange">
      <a:srgbClr val="D83B01"/>
    </a:custClr>
    <a:custClr name="Yellow">
      <a:srgbClr val="FFB900"/>
    </a:custClr>
    <a:custClr name="Green">
      <a:srgbClr val="107C10"/>
    </a:custClr>
    <a:custClr name="Teal">
      <a:srgbClr val="008575"/>
    </a:custClr>
    <a:custClr name="Blue">
      <a:srgbClr val="0078D4"/>
    </a:custClr>
    <a:custClr name="Purple">
      <a:srgbClr val="8661C5"/>
    </a:custClr>
    <a:custClr name="Mid Gray">
      <a:srgbClr val="737373"/>
    </a:custClr>
    <a:custClr name="Dark Gray">
      <a:srgbClr val="505050"/>
    </a:custClr>
    <a:custClr name="Extra Dark Gray">
      <a:srgbClr val="2F2F2F"/>
    </a:custClr>
    <a:custClr name="Rick Black">
      <a:srgbClr val="000000"/>
    </a:custClr>
    <a:custClr name="Dark Orange">
      <a:srgbClr val="6B2929"/>
    </a:custClr>
    <a:custClr name="Dark Yellow">
      <a:srgbClr val="6A4B16"/>
    </a:custClr>
    <a:custClr name="Dark Green">
      <a:srgbClr val="054B16"/>
    </a:custClr>
    <a:custClr name="Dark Teal">
      <a:srgbClr val="274B47"/>
    </a:custClr>
    <a:custClr name="Dark Blue">
      <a:srgbClr val="243A5E"/>
    </a:custClr>
    <a:custClr name="Dark Purple">
      <a:srgbClr val="3B2E58"/>
    </a:custClr>
  </a:custClr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FE71A6B924FC94981CCAD1A585590D8" ma:contentTypeVersion="27" ma:contentTypeDescription="Create a new document." ma:contentTypeScope="" ma:versionID="566528f2922ad54e26a908d2133454c1">
  <xsd:schema xmlns:xsd="http://www.w3.org/2001/XMLSchema" xmlns:xs="http://www.w3.org/2001/XMLSchema" xmlns:p="http://schemas.microsoft.com/office/2006/metadata/properties" xmlns:ns1="http://schemas.microsoft.com/sharepoint/v3" xmlns:ns2="804751ba-60e0-4191-9865-d7e5284c1d69" xmlns:ns3="913b567d-4c83-4181-a45c-f04ce7e1b72e" xmlns:ns4="230e9df3-be65-4c73-a93b-d1236ebd677e" targetNamespace="http://schemas.microsoft.com/office/2006/metadata/properties" ma:root="true" ma:fieldsID="6c91453d1ce2972ce38a1123b4b20cb5" ns1:_="" ns2:_="" ns3:_="" ns4:_="">
    <xsd:import namespace="http://schemas.microsoft.com/sharepoint/v3"/>
    <xsd:import namespace="804751ba-60e0-4191-9865-d7e5284c1d69"/>
    <xsd:import namespace="913b567d-4c83-4181-a45c-f04ce7e1b72e"/>
    <xsd:import namespace="230e9df3-be65-4c73-a93b-d1236ebd677e"/>
    <xsd:element name="properties">
      <xsd:complexType>
        <xsd:sequence>
          <xsd:element name="documentManagement">
            <xsd:complexType>
              <xsd:all>
                <xsd:element ref="ns2:MediaServiceMetadata" minOccurs="0"/>
                <xsd:element ref="ns2:MediaServiceFastMetadata" minOccurs="0"/>
                <xsd:element ref="ns2:MediaServiceDateTaken" minOccurs="0"/>
                <xsd:element ref="ns3:SharedWithUsers" minOccurs="0"/>
                <xsd:element ref="ns3:SharedWithDetails" minOccurs="0"/>
                <xsd:element ref="ns2:MediaServiceGenerationTime" minOccurs="0"/>
                <xsd:element ref="ns2:MediaServiceEventHashCode" minOccurs="0"/>
                <xsd:element ref="ns2:MediaServiceAutoKeyPoints" minOccurs="0"/>
                <xsd:element ref="ns2:MediaServiceKeyPoints" minOccurs="0"/>
                <xsd:element ref="ns2:MediaServiceOCR" minOccurs="0"/>
                <xsd:element ref="ns2:MediaServiceLocation" minOccurs="0"/>
                <xsd:element ref="ns1:_ip_UnifiedCompliancePolicyProperties" minOccurs="0"/>
                <xsd:element ref="ns1:_ip_UnifiedCompliancePolicyUIAction" minOccurs="0"/>
                <xsd:element ref="ns2:Number" minOccurs="0"/>
                <xsd:element ref="ns2:MediaLengthInSeconds" minOccurs="0"/>
                <xsd:element ref="ns2:lcf76f155ced4ddcb4097134ff3c332f" minOccurs="0"/>
                <xsd:element ref="ns4:TaxCatchAll" minOccurs="0"/>
                <xsd:element ref="ns2:Time" minOccurs="0"/>
                <xsd:element ref="ns2:MediaServiceSearchProperties" minOccurs="0"/>
                <xsd:element ref="ns2:MediaServiceObjectDetectorVersions" minOccurs="0"/>
                <xsd:element ref="ns2:TranslatedLang" minOccurs="0"/>
                <xsd:element ref="ns2:content" minOccurs="0"/>
                <xsd:element ref="ns2:MediaServiceDoc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9" nillable="true" ma:displayName="Unified Compliance Policy Properties" ma:hidden="true" ma:internalName="_ip_UnifiedCompliancePolicyProperties" ma:readOnly="false">
      <xsd:simpleType>
        <xsd:restriction base="dms:Note"/>
      </xsd:simpleType>
    </xsd:element>
    <xsd:element name="_ip_UnifiedCompliancePolicyUIAction" ma:index="20"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804751ba-60e0-4191-9865-d7e5284c1d6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hidden="true" ma:internalName="MediaServiceKeyPoints" ma:readOnly="true">
      <xsd:simpleType>
        <xsd:restriction base="dms:Note"/>
      </xsd:simpleType>
    </xsd:element>
    <xsd:element name="MediaServiceOCR" ma:index="17" nillable="true" ma:displayName="Extracted Text" ma:hidden="true" ma:internalName="MediaServiceOCR" ma:readOnly="true">
      <xsd:simpleType>
        <xsd:restriction base="dms:Note"/>
      </xsd:simpleType>
    </xsd:element>
    <xsd:element name="MediaServiceLocation" ma:index="18" nillable="true" ma:displayName="Location" ma:hidden="true" ma:internalName="MediaServiceLocation" ma:readOnly="true">
      <xsd:simpleType>
        <xsd:restriction base="dms:Text"/>
      </xsd:simpleType>
    </xsd:element>
    <xsd:element name="Number" ma:index="21" nillable="true" ma:displayName="Number" ma:format="Dropdown" ma:internalName="Number" ma:percentage="FALSE">
      <xsd:simpleType>
        <xsd:restriction base="dms:Number"/>
      </xsd:simpleType>
    </xsd:element>
    <xsd:element name="MediaLengthInSeconds" ma:index="22" nillable="true" ma:displayName="Length (seconds)" ma:internalName="MediaLengthInSeconds" ma:readOnly="true">
      <xsd:simpleType>
        <xsd:restriction base="dms:Unknown"/>
      </xsd:simpleType>
    </xsd:element>
    <xsd:element name="lcf76f155ced4ddcb4097134ff3c332f" ma:index="24" nillable="true" ma:taxonomy="true" ma:internalName="lcf76f155ced4ddcb4097134ff3c332f"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Time" ma:index="26" nillable="true" ma:displayName="Time" ma:format="DateTime" ma:internalName="Time">
      <xsd:simpleType>
        <xsd:restriction base="dms:DateTime"/>
      </xsd:simpleType>
    </xsd:element>
    <xsd:element name="MediaServiceSearchProperties" ma:index="27" nillable="true" ma:displayName="MediaServiceSearchProperties" ma:hidden="true" ma:internalName="MediaServiceSearchProperties" ma:readOnly="true">
      <xsd:simpleType>
        <xsd:restriction base="dms:Note"/>
      </xsd:simpleType>
    </xsd:element>
    <xsd:element name="MediaServiceObjectDetectorVersions" ma:index="28" nillable="true" ma:displayName="MediaServiceObjectDetectorVersions" ma:description="" ma:hidden="true" ma:indexed="true" ma:internalName="MediaServiceObjectDetectorVersions" ma:readOnly="true">
      <xsd:simpleType>
        <xsd:restriction base="dms:Text"/>
      </xsd:simpleType>
    </xsd:element>
    <xsd:element name="TranslatedLang" ma:index="29" nillable="true" ma:displayName="Translated Language" ma:hidden="true" ma:internalName="TranslatedLang" ma:readOnly="true">
      <xsd:simpleType>
        <xsd:restriction base="dms:Text"/>
      </xsd:simpleType>
    </xsd:element>
    <xsd:element name="content" ma:index="30" nillable="true" ma:displayName="content" ma:format="Dropdown" ma:internalName="content">
      <xsd:simpleType>
        <xsd:restriction base="dms:Choice">
          <xsd:enumeration value="Visual Studio"/>
          <xsd:enumeration value="VS Code"/>
          <xsd:enumeration value="GitHub Copilot"/>
          <xsd:enumeration value="Dev Box"/>
          <xsd:enumeration value="Choice 5"/>
        </xsd:restriction>
      </xsd:simpleType>
    </xsd:element>
    <xsd:element name="MediaServiceDocTags" ma:index="31" nillable="true" ma:displayName="MediaServiceDocTags" ma:hidden="true" ma:internalName="MediaServiceDocTags" ma:readOnly="true">
      <xsd:simpleType>
        <xsd:restriction base="dms:Note"/>
      </xsd:simpleType>
    </xsd:element>
    <xsd:element name="MediaServiceBillingMetadata" ma:index="32"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13b567d-4c83-4181-a45c-f04ce7e1b72e" elementFormDefault="qualified">
    <xsd:import namespace="http://schemas.microsoft.com/office/2006/documentManagement/types"/>
    <xsd:import namespace="http://schemas.microsoft.com/office/infopath/2007/PartnerControls"/>
    <xsd:element name="SharedWithUsers" ma:index="11"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5" nillable="true" ma:displayName="Taxonomy Catch All Column" ma:hidden="true" ma:list="{ae7d3c4e-66c4-4603-a26b-8d6b1e039262}" ma:internalName="TaxCatchAll" ma:showField="CatchAllData" ma:web="913b567d-4c83-4181-a45c-f04ce7e1b72e">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TaxCatchAll xmlns="230e9df3-be65-4c73-a93b-d1236ebd677e" xsi:nil="true"/>
    <MediaServiceGenerationTime xmlns="804751ba-60e0-4191-9865-d7e5284c1d69" xsi:nil="true"/>
    <MediaServiceEventHashCode xmlns="804751ba-60e0-4191-9865-d7e5284c1d69" xsi:nil="true"/>
    <MediaServiceOCR xmlns="804751ba-60e0-4191-9865-d7e5284c1d69" xsi:nil="true"/>
    <MediaServiceMetadata xmlns="804751ba-60e0-4191-9865-d7e5284c1d69" xsi:nil="true"/>
    <MediaServiceDateTaken xmlns="804751ba-60e0-4191-9865-d7e5284c1d69" xsi:nil="true"/>
    <MediaServiceFastMetadata xmlns="804751ba-60e0-4191-9865-d7e5284c1d69" xsi:nil="true"/>
    <lcf76f155ced4ddcb4097134ff3c332f xmlns="804751ba-60e0-4191-9865-d7e5284c1d69">
      <Terms xmlns="http://schemas.microsoft.com/office/infopath/2007/PartnerControls"/>
    </lcf76f155ced4ddcb4097134ff3c332f>
    <Number xmlns="804751ba-60e0-4191-9865-d7e5284c1d69" xsi:nil="true"/>
    <Time xmlns="804751ba-60e0-4191-9865-d7e5284c1d69" xsi:nil="true"/>
    <content xmlns="804751ba-60e0-4191-9865-d7e5284c1d69" xsi:nil="true"/>
  </documentManagement>
</p:properties>
</file>

<file path=customXml/itemProps1.xml><?xml version="1.0" encoding="utf-8"?>
<ds:datastoreItem xmlns:ds="http://schemas.openxmlformats.org/officeDocument/2006/customXml" ds:itemID="{B8BDBCC3-0E3D-4ED4-BA7F-B34A2908418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804751ba-60e0-4191-9865-d7e5284c1d69"/>
    <ds:schemaRef ds:uri="913b567d-4c83-4181-a45c-f04ce7e1b72e"/>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758FDAC0-319D-4A54-8D8E-1D42CB1F8004}">
  <ds:schemaRefs>
    <ds:schemaRef ds:uri="http://schemas.microsoft.com/sharepoint/v3/contenttype/forms"/>
  </ds:schemaRefs>
</ds:datastoreItem>
</file>

<file path=customXml/itemProps3.xml><?xml version="1.0" encoding="utf-8"?>
<ds:datastoreItem xmlns:ds="http://schemas.openxmlformats.org/officeDocument/2006/customXml" ds:itemID="{F990F116-B58F-4255-B05B-DA3808E0E5C6}">
  <ds:schemaRefs>
    <ds:schemaRef ds:uri="http://purl.org/dc/dcmitype/"/>
    <ds:schemaRef ds:uri="http://schemas.microsoft.com/office/2006/documentManagement/types"/>
    <ds:schemaRef ds:uri="http://schemas.microsoft.com/sharepoint/v3"/>
    <ds:schemaRef ds:uri="http://schemas.microsoft.com/office/infopath/2007/PartnerControls"/>
    <ds:schemaRef ds:uri="http://purl.org/dc/elements/1.1/"/>
    <ds:schemaRef ds:uri="http://purl.org/dc/terms/"/>
    <ds:schemaRef ds:uri="http://www.w3.org/XML/1998/namespace"/>
    <ds:schemaRef ds:uri="http://schemas.openxmlformats.org/package/2006/metadata/core-properties"/>
    <ds:schemaRef ds:uri="http://schemas.microsoft.com/office/2006/metadata/properties"/>
    <ds:schemaRef ds:uri="230e9df3-be65-4c73-a93b-d1236ebd677e"/>
    <ds:schemaRef ds:uri="913b567d-4c83-4181-a45c-f04ce7e1b72e"/>
    <ds:schemaRef ds:uri="804751ba-60e0-4191-9865-d7e5284c1d69"/>
  </ds:schemaRefs>
</ds:datastoreItem>
</file>

<file path=docMetadata/LabelInfo.xml><?xml version="1.0" encoding="utf-8"?>
<clbl:labelList xmlns:clbl="http://schemas.microsoft.com/office/2020/mipLabelMetadata">
  <clbl:label id="{f42aa342-8706-4288-bd11-ebb85995028c}" enabled="1" method="Privileged" siteId="{72f988bf-86f1-41af-91ab-2d7cd011db47}" removed="0"/>
</clbl:labelList>
</file>

<file path=docProps/app.xml><?xml version="1.0" encoding="utf-8"?>
<Properties xmlns="http://schemas.openxmlformats.org/officeDocument/2006/extended-properties" xmlns:vt="http://schemas.openxmlformats.org/officeDocument/2006/docPropsVTypes">
  <Template>DAENET Presentation Template 2026</Template>
  <TotalTime>0</TotalTime>
  <Words>1845</Words>
  <Application>Microsoft Office PowerPoint</Application>
  <PresentationFormat>Widescreen</PresentationFormat>
  <Paragraphs>248</Paragraphs>
  <Slides>52</Slides>
  <Notes>0</Notes>
  <HiddenSlides>0</HiddenSlides>
  <MMClips>0</MMClips>
  <ScaleCrop>false</ScaleCrop>
  <HeadingPairs>
    <vt:vector size="6" baseType="variant">
      <vt:variant>
        <vt:lpstr>Fonts Used</vt:lpstr>
      </vt:variant>
      <vt:variant>
        <vt:i4>10</vt:i4>
      </vt:variant>
      <vt:variant>
        <vt:lpstr>Theme</vt:lpstr>
      </vt:variant>
      <vt:variant>
        <vt:i4>2</vt:i4>
      </vt:variant>
      <vt:variant>
        <vt:lpstr>Slide Titles</vt:lpstr>
      </vt:variant>
      <vt:variant>
        <vt:i4>52</vt:i4>
      </vt:variant>
    </vt:vector>
  </HeadingPairs>
  <TitlesOfParts>
    <vt:vector size="64" baseType="lpstr">
      <vt:lpstr>Arial</vt:lpstr>
      <vt:lpstr>Arial Unicode MS</vt:lpstr>
      <vt:lpstr>Calibri</vt:lpstr>
      <vt:lpstr>Cascadia Mono</vt:lpstr>
      <vt:lpstr>Consolas</vt:lpstr>
      <vt:lpstr>Segoe Sans Display Semibold</vt:lpstr>
      <vt:lpstr>Segoe UI</vt:lpstr>
      <vt:lpstr>Segoe UI Semibold</vt:lpstr>
      <vt:lpstr>var(--font-family-secondary)</vt:lpstr>
      <vt:lpstr>Wingdings</vt:lpstr>
      <vt:lpstr>Microsoft Build 16:9 Template Light</vt:lpstr>
      <vt:lpstr>Microsoft Build 16:9 Template Dark</vt:lpstr>
      <vt:lpstr>MASTER CLASS ARCHITECTING and DEVELOPMENT CUSTOM AGENTS </vt:lpstr>
      <vt:lpstr>See github repo</vt:lpstr>
      <vt:lpstr>PowerPoint Presentation</vt:lpstr>
      <vt:lpstr>AGENDA</vt:lpstr>
      <vt:lpstr>Diverse Services</vt:lpstr>
      <vt:lpstr>TOKENS</vt:lpstr>
      <vt:lpstr>What are tokens?</vt:lpstr>
      <vt:lpstr>Working with Tokens</vt:lpstr>
      <vt:lpstr>EMBEDDINGS</vt:lpstr>
      <vt:lpstr>What is embedding Vector?</vt:lpstr>
      <vt:lpstr>Embedding Models</vt:lpstr>
      <vt:lpstr>Embedding Models</vt:lpstr>
      <vt:lpstr>The Cosine Similarity</vt:lpstr>
      <vt:lpstr>DEMO</vt:lpstr>
      <vt:lpstr>When to use embeddings?</vt:lpstr>
      <vt:lpstr>VECTOR DATABASES</vt:lpstr>
      <vt:lpstr>PowerPoint Presentation</vt:lpstr>
      <vt:lpstr>Popular Vector Databases</vt:lpstr>
      <vt:lpstr>SQL Server Native Vector Search</vt:lpstr>
      <vt:lpstr>Working with the Vector T-SQL and C#</vt:lpstr>
      <vt:lpstr>Can be used as JSON [OBSOLETE!!!] ADO.NET Driver v&lt;6.1.0</vt:lpstr>
      <vt:lpstr>Insert and Query by VECTOR Cosine Distance</vt:lpstr>
      <vt:lpstr>Different Distance Calculations</vt:lpstr>
      <vt:lpstr>DEMO SQL Native Vector Search</vt:lpstr>
      <vt:lpstr>COMPLETIONS</vt:lpstr>
      <vt:lpstr>LLMs Complete Text</vt:lpstr>
      <vt:lpstr>Transformers</vt:lpstr>
      <vt:lpstr>Completing Text Under the hub</vt:lpstr>
      <vt:lpstr>Retrieval Augmented Generation R A G</vt:lpstr>
      <vt:lpstr>What is RAG?</vt:lpstr>
      <vt:lpstr>RAG Demos</vt:lpstr>
      <vt:lpstr>The problem with RAG</vt:lpstr>
      <vt:lpstr>Reranking</vt:lpstr>
      <vt:lpstr>RAG Demos</vt:lpstr>
      <vt:lpstr>AGENTS Microsoft Agent Framework</vt:lpstr>
      <vt:lpstr>MAF Important Topics</vt:lpstr>
      <vt:lpstr>MAF Important Topics 1/3</vt:lpstr>
      <vt:lpstr>MAF Important Topics 2/3</vt:lpstr>
      <vt:lpstr>MAF Important Topics 3/3</vt:lpstr>
      <vt:lpstr>MAF Demos</vt:lpstr>
      <vt:lpstr>AGENTS Microsoft Agent Framework</vt:lpstr>
      <vt:lpstr>User -&gt; Model Chat iteraction</vt:lpstr>
      <vt:lpstr>Function Calling Specification</vt:lpstr>
      <vt:lpstr>Function Calling</vt:lpstr>
      <vt:lpstr>Function Calling</vt:lpstr>
      <vt:lpstr>MAF Demo</vt:lpstr>
      <vt:lpstr>MCP Model Context Protocol</vt:lpstr>
      <vt:lpstr>MCP</vt:lpstr>
      <vt:lpstr>Why MCP and how does it work?</vt:lpstr>
      <vt:lpstr>MCP under the HUB</vt:lpstr>
      <vt:lpstr>PowerPoint Presentation</vt:lpstr>
      <vt:lpstr>PowerPoint Presentation</vt:lpstr>
    </vt:vector>
  </TitlesOfParts>
  <Manager>&lt;Comms manager name here&gt;</Manager>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Build 2026</dc:subject>
  <dc:creator>Damir Dobric</dc:creator>
  <cp:keywords>Build 2026</cp:keywords>
  <dc:description/>
  <cp:lastModifiedBy>Damir Dobric</cp:lastModifiedBy>
  <cp:revision>20</cp:revision>
  <cp:lastPrinted>2023-02-15T20:48:24Z</cp:lastPrinted>
  <dcterms:created xsi:type="dcterms:W3CDTF">2026-06-22T10:24:51Z</dcterms:created>
  <dcterms:modified xsi:type="dcterms:W3CDTF">2026-06-30T05:38:57Z</dcterms:modified>
  <cp:category>Build 2026</cp:category>
  <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0x0101002FE71A6B924FC94981CCAD1A585590D8</vt:lpwstr>
  </property>
  <property fmtid="{D5CDD505-2E9C-101B-9397-08002B2CF9AE}" pid="3" name="Product">
    <vt:lpwstr/>
  </property>
  <property fmtid="{D5CDD505-2E9C-101B-9397-08002B2CF9AE}" pid="4" name="Event1">
    <vt:lpwstr>622;#Unassigned|2c8af875-f38a-40b8-a0a9-056aed3fc8c0</vt:lpwstr>
  </property>
  <property fmtid="{D5CDD505-2E9C-101B-9397-08002B2CF9AE}" pid="5" name="Audience">
    <vt:lpwstr/>
  </property>
  <property fmtid="{D5CDD505-2E9C-101B-9397-08002B2CF9AE}" pid="6" name="Event Venue">
    <vt:lpwstr/>
  </property>
  <property fmtid="{D5CDD505-2E9C-101B-9397-08002B2CF9AE}" pid="7" name="Track">
    <vt:lpwstr/>
  </property>
  <property fmtid="{D5CDD505-2E9C-101B-9397-08002B2CF9AE}" pid="8" name="Event Location">
    <vt:lpwstr/>
  </property>
  <property fmtid="{D5CDD505-2E9C-101B-9397-08002B2CF9AE}" pid="9" name="Campaign">
    <vt:lpwstr/>
  </property>
  <property fmtid="{D5CDD505-2E9C-101B-9397-08002B2CF9AE}" pid="10" name="IsMyDocuments">
    <vt:bool>true</vt:bool>
  </property>
  <property fmtid="{D5CDD505-2E9C-101B-9397-08002B2CF9AE}" pid="11" name="MSIP_Label_f42aa342-8706-4288-bd11-ebb85995028c_Enabled">
    <vt:lpwstr>True</vt:lpwstr>
  </property>
  <property fmtid="{D5CDD505-2E9C-101B-9397-08002B2CF9AE}" pid="12" name="MSIP_Label_f42aa342-8706-4288-bd11-ebb85995028c_SiteId">
    <vt:lpwstr>72f988bf-86f1-41af-91ab-2d7cd011db47</vt:lpwstr>
  </property>
  <property fmtid="{D5CDD505-2E9C-101B-9397-08002B2CF9AE}" pid="13" name="MSIP_Label_f42aa342-8706-4288-bd11-ebb85995028c_Ref">
    <vt:lpwstr>https://api.informationprotection.azure.com/api/72f988bf-86f1-41af-91ab-2d7cd011db47</vt:lpwstr>
  </property>
  <property fmtid="{D5CDD505-2E9C-101B-9397-08002B2CF9AE}" pid="14" name="MSIP_Label_f42aa342-8706-4288-bd11-ebb85995028c_SetDate">
    <vt:lpwstr>2017-08-29T14:27:20.8568347-07:00</vt:lpwstr>
  </property>
  <property fmtid="{D5CDD505-2E9C-101B-9397-08002B2CF9AE}" pid="15" name="MSIP_Label_f42aa342-8706-4288-bd11-ebb85995028c_Name">
    <vt:lpwstr>General</vt:lpwstr>
  </property>
  <property fmtid="{D5CDD505-2E9C-101B-9397-08002B2CF9AE}" pid="16" name="MSIP_Label_f42aa342-8706-4288-bd11-ebb85995028c_Extended_MSFT_Method">
    <vt:lpwstr>Automatic</vt:lpwstr>
  </property>
  <property fmtid="{D5CDD505-2E9C-101B-9397-08002B2CF9AE}" pid="17" name="Sensitivity">
    <vt:lpwstr>General</vt:lpwstr>
  </property>
  <property fmtid="{D5CDD505-2E9C-101B-9397-08002B2CF9AE}" pid="18" name="MediaServiceImageTags">
    <vt:lpwstr/>
  </property>
</Properties>
</file>